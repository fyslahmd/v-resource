
<file path=[Content_Types].xml><?xml version="1.0" encoding="utf-8"?>
<Types xmlns="http://schemas.openxmlformats.org/package/2006/content-types">
  <Default Extension="xml" ContentType="application/xml"/>
  <Default Extension="svg" ContentType="image/svg+xml"/>
  <Default Extension="wmf" ContentType="image/x-wmf"/>
  <Default Extension="bin" ContentType="application/vnd.openxmlformats-officedocument.oleObject"/>
  <Default Extension="rels" ContentType="application/vnd.openxmlformats-package.relationships+xml"/>
  <Default Extension="jpeg" ContentType="image/jpeg"/>
  <Default Extension="png" ContentType="image/png"/>
  <Override PartName="/ppt/notesSlides/notesSlide18.xml" ContentType="application/vnd.openxmlformats-officedocument.presentationml.notesSlide+xml"/>
  <Override PartName="/ppt/notesSlides/notesSlide17.xml" ContentType="application/vnd.openxmlformats-officedocument.presentationml.notesSlide+xml"/>
  <Override PartName="/ppt/notesSlides/notesSlide16.xml" ContentType="application/vnd.openxmlformats-officedocument.presentationml.notesSlide+xml"/>
  <Override PartName="/ppt/notesSlides/notesSlide14.xml" ContentType="application/vnd.openxmlformats-officedocument.presentationml.notesSlide+xml"/>
  <Override PartName="/ppt/notesSlides/notesSlide12.xml" ContentType="application/vnd.openxmlformats-officedocument.presentationml.notesSlide+xml"/>
  <Override PartName="/ppt/notesSlides/notesSlide10.xml" ContentType="application/vnd.openxmlformats-officedocument.presentationml.notesSlide+xml"/>
  <Override PartName="/ppt/notesSlides/notesSlide9.xml" ContentType="application/vnd.openxmlformats-officedocument.presentationml.notesSlide+xml"/>
  <Override PartName="/ppt/notesSlides/notesSlide8.xml" ContentType="application/vnd.openxmlformats-officedocument.presentationml.notesSlide+xml"/>
  <Override PartName="/ppt/notesSlides/notesSlide5.xml" ContentType="application/vnd.openxmlformats-officedocument.presentationml.notesSlide+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Layouts/slideLayout3.xml" ContentType="application/vnd.openxmlformats-officedocument.presentationml.slideLayout+xml"/>
  <Override PartName="/ppt/slideLayouts/slideLayout9.xml" ContentType="application/vnd.openxmlformats-officedocument.presentationml.slideLayout+xml"/>
  <Override PartName="/ppt/slides/slide13.xml" ContentType="application/vnd.openxmlformats-officedocument.presentationml.slide+xml"/>
  <Override PartName="/ppt/theme/theme2.xml" ContentType="application/vnd.openxmlformats-officedocument.theme+xml"/>
  <Override PartName="/ppt/theme/theme1.xml" ContentType="application/vnd.openxmlformats-officedocument.theme+xml"/>
  <Override PartName="/ppt/slides/slide3.xml" ContentType="application/vnd.openxmlformats-officedocument.presentationml.slide+xml"/>
  <Override PartName="/ppt/slideLayouts/slideLayout4.xml" ContentType="application/vnd.openxmlformats-officedocument.presentationml.slideLayout+xml"/>
  <Override PartName="/ppt/slideLayouts/slideLayout1.xml" ContentType="application/vnd.openxmlformats-officedocument.presentationml.slideLayout+xml"/>
  <Override PartName="/ppt/slides/slide12.xml" ContentType="application/vnd.openxmlformats-officedocument.presentationml.slide+xml"/>
  <Override PartName="/ppt/slideLayouts/slideLayout5.xml" ContentType="application/vnd.openxmlformats-officedocument.presentationml.slideLayout+xml"/>
  <Override PartName="/ppt/slides/slide7.xml" ContentType="application/vnd.openxmlformats-officedocument.presentationml.slide+xml"/>
  <Override PartName="/ppt/notesSlides/notesSlide2.xml" ContentType="application/vnd.openxmlformats-officedocument.presentationml.notesSlide+xml"/>
  <Override PartName="/ppt/notesSlides/notesSlide4.xml" ContentType="application/vnd.openxmlformats-officedocument.presentationml.notesSlide+xml"/>
  <Override PartName="/ppt/tableStyles.xml" ContentType="application/vnd.openxmlformats-officedocument.presentationml.tableStyles+xml"/>
  <Override PartName="/docProps/app.xml" ContentType="application/vnd.openxmlformats-officedocument.extended-properties+xml"/>
  <Override PartName="/ppt/slides/slide17.xml" ContentType="application/vnd.openxmlformats-officedocument.presentationml.slide+xml"/>
  <Override PartName="/ppt/viewProps.xml" ContentType="application/vnd.openxmlformats-officedocument.presentationml.viewProps+xml"/>
  <Override PartName="/ppt/notesSlides/notesSlide7.xml" ContentType="application/vnd.openxmlformats-officedocument.presentationml.notesSlide+xml"/>
  <Override PartName="/ppt/presentation.xml" ContentType="application/vnd.openxmlformats-officedocument.presentationml.presentation.main+xml"/>
  <Override PartName="/ppt/slides/slide8.xml" ContentType="application/vnd.openxmlformats-officedocument.presentationml.slide+xml"/>
  <Override PartName="/ppt/slideLayouts/slideLayout2.xml" ContentType="application/vnd.openxmlformats-officedocument.presentationml.slideLayout+xml"/>
  <Override PartName="/ppt/presProps.xml" ContentType="application/vnd.openxmlformats-officedocument.presentationml.presProps+xml"/>
  <Override PartName="/ppt/slideLayouts/slideLayout8.xml" ContentType="application/vnd.openxmlformats-officedocument.presentationml.slideLayout+xml"/>
  <Override PartName="/docProps/core.xml" ContentType="application/vnd.openxmlformats-package.core-properties+xml"/>
  <Override PartName="/ppt/slideLayouts/slideLayout13.xml" ContentType="application/vnd.openxmlformats-officedocument.presentationml.slideLayout+xml"/>
  <Override PartName="/ppt/slideLayouts/slideLayout6.xml" ContentType="application/vnd.openxmlformats-officedocument.presentationml.slideLayout+xml"/>
  <Override PartName="/ppt/notesSlides/notesSlide11.xml" ContentType="application/vnd.openxmlformats-officedocument.presentationml.notesSlide+xml"/>
  <Override PartName="/ppt/slides/slide10.xml" ContentType="application/vnd.openxmlformats-officedocument.presentationml.slide+xml"/>
  <Override PartName="/ppt/slideMasters/slideMaster1.xml" ContentType="application/vnd.openxmlformats-officedocument.presentationml.slideMaster+xml"/>
  <Override PartName="/ppt/slides/slide2.xml" ContentType="application/vnd.openxmlformats-officedocument.presentationml.slide+xml"/>
  <Override PartName="/ppt/slideLayouts/slideLayout14.xml" ContentType="application/vnd.openxmlformats-officedocument.presentationml.slideLayout+xml"/>
  <Override PartName="/ppt/slides/slide6.xml" ContentType="application/vnd.openxmlformats-officedocument.presentationml.slide+xml"/>
  <Override PartName="/ppt/notesMasters/notesMaster1.xml" ContentType="application/vnd.openxmlformats-officedocument.presentationml.notesMaster+xml"/>
  <Override PartName="/ppt/slides/slide1.xml" ContentType="application/vnd.openxmlformats-officedocument.presentationml.slide+xml"/>
  <Override PartName="/ppt/notesSlides/notesSlide6.xml" ContentType="application/vnd.openxmlformats-officedocument.presentationml.notesSlide+xml"/>
  <Override PartName="/ppt/slides/slide4.xml" ContentType="application/vnd.openxmlformats-officedocument.presentationml.slide+xml"/>
  <Override PartName="/ppt/slides/slide5.xml" ContentType="application/vnd.openxmlformats-officedocument.presentationml.slide+xml"/>
  <Override PartName="/ppt/notesSlides/notesSlide13.xml" ContentType="application/vnd.openxmlformats-officedocument.presentationml.notesSlide+xml"/>
  <Override PartName="/ppt/slides/slide9.xml" ContentType="application/vnd.openxmlformats-officedocument.presentationml.slide+xml"/>
  <Override PartName="/ppt/notesSlides/notesSlide1.xml" ContentType="application/vnd.openxmlformats-officedocument.presentationml.notesSlide+xml"/>
  <Override PartName="/ppt/slides/slide11.xml" ContentType="application/vnd.openxmlformats-officedocument.presentationml.slide+xml"/>
  <Override PartName="/ppt/notesSlides/notesSlide15.xml" ContentType="application/vnd.openxmlformats-officedocument.presentationml.notesSlide+xml"/>
  <Override PartName="/ppt/slides/slide14.xml" ContentType="application/vnd.openxmlformats-officedocument.presentationml.slide+xml"/>
  <Override PartName="/ppt/slideLayouts/slideLayout12.xml" ContentType="application/vnd.openxmlformats-officedocument.presentationml.slideLayout+xml"/>
  <Override PartName="/ppt/notesSlides/notesSlide3.xml" ContentType="application/vnd.openxmlformats-officedocument.presentationml.notesSlide+xml"/>
  <Override PartName="/ppt/slideLayouts/slideLayout7.xml" ContentType="application/vnd.openxmlformats-officedocument.presentationml.slideLayout+xml"/>
  <Override PartName="/ppt/slides/slide15.xml" ContentType="application/vnd.openxmlformats-officedocument.presentationml.slide+xml"/>
  <Override PartName="/ppt/slides/slide16.xml" ContentType="application/vnd.openxmlformats-officedocument.presentationml.slide+xml"/>
  <Override PartName="/ppt/slides/slide18.xml" ContentType="application/vnd.openxmlformats-officedocument.presentationml.slide+xml"/>
</Types>
</file>

<file path=_rels/.rels><?xml version="1.0" encoding="UTF-8" standalone="yes"?><Relationships xmlns="http://schemas.openxmlformats.org/package/2006/relationships"><Relationship Id="rId3" Type="http://schemas.openxmlformats.org/package/2006/relationships/metadata/core-properties" Target="docProps/core.xml"/><Relationship Id="rId1" Type="http://schemas.openxmlformats.org/officeDocument/2006/relationships/officeDocument" Target="ppt/presentation.xml"/><Relationship Id="rId2"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bookmarkIdSeed="3" saveSubsetFonts="1" showSpecialPlsOnTitleSld="0">
  <p:sldMasterIdLst>
    <p:sldMasterId id="2147483648" r:id="rId1"/>
  </p:sldMasterIdLst>
  <p:notesMasterIdLst>
    <p:notesMasterId r:id="rId22"/>
  </p:notesMasterIdLst>
  <p:sldIdLst>
    <p:sldId id="256" r:id="rId4"/>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Lst>
  <p:sldSz cx="12192000" cy="6858000"/>
  <p:notesSz cx="6858000" cy="9144000"/>
  <p:defaultTextStyle>
    <a:defPPr>
      <a:defRPr lang="en-US"/>
    </a:defPPr>
    <a:lvl1pPr algn="l" rtl="0">
      <a:spcBef>
        <a:spcPts val="0"/>
      </a:spcBef>
      <a:spcAft>
        <a:spcPts val="0"/>
      </a:spcAft>
      <a:defRPr>
        <a:solidFill>
          <a:schemeClr val="tx1"/>
        </a:solidFill>
        <a:latin typeface="Arial"/>
        <a:ea typeface="+mn-ea"/>
        <a:cs typeface="Arial"/>
      </a:defRPr>
    </a:lvl1pPr>
    <a:lvl2pPr marL="457200" algn="l" rtl="0">
      <a:spcBef>
        <a:spcPts val="0"/>
      </a:spcBef>
      <a:spcAft>
        <a:spcPts val="0"/>
      </a:spcAft>
      <a:defRPr>
        <a:solidFill>
          <a:schemeClr val="tx1"/>
        </a:solidFill>
        <a:latin typeface="Arial"/>
        <a:ea typeface="+mn-ea"/>
        <a:cs typeface="Arial"/>
      </a:defRPr>
    </a:lvl2pPr>
    <a:lvl3pPr marL="914400" algn="l" rtl="0">
      <a:spcBef>
        <a:spcPts val="0"/>
      </a:spcBef>
      <a:spcAft>
        <a:spcPts val="0"/>
      </a:spcAft>
      <a:defRPr>
        <a:solidFill>
          <a:schemeClr val="tx1"/>
        </a:solidFill>
        <a:latin typeface="Arial"/>
        <a:ea typeface="+mn-ea"/>
        <a:cs typeface="Arial"/>
      </a:defRPr>
    </a:lvl3pPr>
    <a:lvl4pPr marL="1371600" algn="l" rtl="0">
      <a:spcBef>
        <a:spcPts val="0"/>
      </a:spcBef>
      <a:spcAft>
        <a:spcPts val="0"/>
      </a:spcAft>
      <a:defRPr>
        <a:solidFill>
          <a:schemeClr val="tx1"/>
        </a:solidFill>
        <a:latin typeface="Arial"/>
        <a:ea typeface="+mn-ea"/>
        <a:cs typeface="Arial"/>
      </a:defRPr>
    </a:lvl4pPr>
    <a:lvl5pPr marL="1828800" algn="l" rtl="0">
      <a:spcBef>
        <a:spcPts val="0"/>
      </a:spcBef>
      <a:spcAft>
        <a:spcPts val="0"/>
      </a:spcAft>
      <a:defRPr>
        <a:solidFill>
          <a:schemeClr val="tx1"/>
        </a:solidFill>
        <a:latin typeface="Arial"/>
        <a:ea typeface="+mn-ea"/>
        <a:cs typeface="Arial"/>
      </a:defRPr>
    </a:lvl5pPr>
    <a:lvl6pPr marL="2286000" algn="l" defTabSz="914400" rtl="0">
      <a:defRPr>
        <a:solidFill>
          <a:schemeClr val="tx1"/>
        </a:solidFill>
        <a:latin typeface="Arial"/>
        <a:ea typeface="+mn-ea"/>
        <a:cs typeface="Arial"/>
      </a:defRPr>
    </a:lvl6pPr>
    <a:lvl7pPr marL="2743200" algn="l" defTabSz="914400" rtl="0">
      <a:defRPr>
        <a:solidFill>
          <a:schemeClr val="tx1"/>
        </a:solidFill>
        <a:latin typeface="Arial"/>
        <a:ea typeface="+mn-ea"/>
        <a:cs typeface="Arial"/>
      </a:defRPr>
    </a:lvl7pPr>
    <a:lvl8pPr marL="3200400" algn="l" defTabSz="914400" rtl="0">
      <a:defRPr>
        <a:solidFill>
          <a:schemeClr val="tx1"/>
        </a:solidFill>
        <a:latin typeface="Arial"/>
        <a:ea typeface="+mn-ea"/>
        <a:cs typeface="Arial"/>
      </a:defRPr>
    </a:lvl8pPr>
    <a:lvl9pPr marL="3657600" algn="l" defTabSz="914400" rtl="0">
      <a:defRPr>
        <a:solidFill>
          <a:schemeClr val="tx1"/>
        </a:solidFill>
        <a:latin typeface="Arial"/>
        <a:ea typeface="+mn-ea"/>
        <a:cs typeface="Arial"/>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showPr>
</p:presentationPr>
</file>

<file path=ppt/tableStyles.xml><?xml version="1.0" encoding="utf-8"?>
<a:tblStyleLst xmlns:a="http://schemas.openxmlformats.org/drawingml/2006/main" def="{7DF18680-E054-41AD-8BC1-D1AEF772440D}">
  <a:tblStyle styleId="{7DF18680-E054-41AD-8BC1-D1AEF772440D}" styleName="Medium Style 2 - Accent 5">
    <a:wholeTbl>
      <a:tcTxStyle>
        <a:fontRef idx="minor">
          <a:prstClr val="black"/>
        </a:fontRef>
        <a:schemeClr val="dk1"/>
      </a:tcTxStyle>
      <a:tcStyle>
        <a:tcBdr>
          <a:left>
            <a:ln w="12700">
              <a:solidFill>
                <a:schemeClr val="lt1"/>
              </a:solidFill>
            </a:ln>
          </a:left>
          <a:right>
            <a:ln w="12700">
              <a:solidFill>
                <a:schemeClr val="lt1"/>
              </a:solidFill>
            </a:ln>
          </a:right>
          <a:top>
            <a:ln w="12700">
              <a:solidFill>
                <a:schemeClr val="lt1"/>
              </a:solidFill>
            </a:ln>
          </a:top>
          <a:bottom>
            <a:ln w="12700">
              <a:solidFill>
                <a:schemeClr val="lt1"/>
              </a:solidFill>
            </a:ln>
          </a:bottom>
          <a:insideH>
            <a:ln w="12700">
              <a:solidFill>
                <a:schemeClr val="lt1"/>
              </a:solidFill>
            </a:ln>
          </a:insideH>
          <a:insideV>
            <a:ln w="12700">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fill>
          <a:solidFill>
            <a:schemeClr val="accent5">
              <a:tint val="40000"/>
            </a:schemeClr>
          </a:solidFill>
        </a:fill>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a:solidFill>
                <a:schemeClr val="lt1"/>
              </a:solidFill>
            </a:ln>
          </a:top>
        </a:tcBdr>
        <a:fill>
          <a:solidFill>
            <a:schemeClr val="accent5"/>
          </a:solidFill>
        </a:fill>
      </a:tcStyle>
    </a:lastRow>
    <a:seCell>
      <a:tcStyle>
        <a:tcBdr/>
      </a:tcStyle>
    </a:seCell>
    <a:swCell>
      <a:tcStyle>
        <a:tcBdr/>
      </a:tcStyle>
    </a:swCell>
    <a:firstRow>
      <a:tcTxStyle b="on">
        <a:fontRef idx="minor">
          <a:prstClr val="black"/>
        </a:fontRef>
        <a:schemeClr val="lt1"/>
      </a:tcTxStyle>
      <a:tcStyle>
        <a:tcBdr>
          <a:bottom>
            <a:ln w="38100">
              <a:solidFill>
                <a:schemeClr val="lt1"/>
              </a:solidFill>
            </a:ln>
          </a:bottom>
        </a:tcBdr>
        <a:fill>
          <a:solidFill>
            <a:schemeClr val="accent5"/>
          </a:solidFill>
        </a:fill>
      </a:tcStyle>
    </a:firstRow>
    <a:neCell>
      <a:tcStyle>
        <a:tcBdr/>
      </a:tcStyle>
    </a:neCell>
    <a:nwCell>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p:cViewPr varScale="1">
        <p:scale>
          <a:sx n="84" d="100"/>
          <a:sy n="84" d="100"/>
        </p:scale>
        <p:origin x="648" y="72"/>
      </p:cViewPr>
      <p:guideLst>
        <p:guide pos="2160" orient="horz"/>
        <p:guide pos="3840"/>
      </p:guideLst>
    </p:cSldViewPr>
  </p:slideViewPr>
  <p:gridSpacing cx="76200" cy="76200"/>
</p:viewPr>
</file>

<file path=ppt/_rels/presentation.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heme" Target="theme/theme1.xml"/><Relationship Id="rId3" Type="http://schemas.openxmlformats.org/officeDocument/2006/relationships/theme" Target="theme/theme2.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slide" Target="slides/slide12.xml"/><Relationship Id="rId16" Type="http://schemas.openxmlformats.org/officeDocument/2006/relationships/slide" Target="slides/slide13.xml"/><Relationship Id="rId17" Type="http://schemas.openxmlformats.org/officeDocument/2006/relationships/slide" Target="slides/slide14.xml"/><Relationship Id="rId18" Type="http://schemas.openxmlformats.org/officeDocument/2006/relationships/slide" Target="slides/slide15.xml"/><Relationship Id="rId19" Type="http://schemas.openxmlformats.org/officeDocument/2006/relationships/slide" Target="slides/slide16.xml"/><Relationship Id="rId20" Type="http://schemas.openxmlformats.org/officeDocument/2006/relationships/slide" Target="slides/slide17.xml"/><Relationship Id="rId21" Type="http://schemas.openxmlformats.org/officeDocument/2006/relationships/slide" Target="slides/slide18.xml"/><Relationship Id="rId22" Type="http://schemas.openxmlformats.org/officeDocument/2006/relationships/notesMaster" Target="notesMasters/notesMaster1.xml"/><Relationship Id="rId23" Type="http://schemas.openxmlformats.org/officeDocument/2006/relationships/presProps" Target="presProps.xml" /><Relationship Id="rId24" Type="http://schemas.openxmlformats.org/officeDocument/2006/relationships/tableStyles" Target="tableStyles.xml" /><Relationship Id="rId25" Type="http://schemas.openxmlformats.org/officeDocument/2006/relationships/viewProps" Target="viewProps.xml" /></Relationships>
</file>

<file path=ppt/notesMasters/_rels/notesMaster1.xml.rels><?xml version="1.0" encoding="UTF-8" standalone="yes"?><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name="">
    <p:bg>
      <p:bgRef idx="1001">
        <a:schemeClr val="bg1"/>
      </p:bgRef>
    </p:bg>
    <p:spTree>
      <p:nvGrpSpPr>
        <p:cNvPr id="1" name=""/>
        <p:cNvGrpSpPr/>
        <p:nvPr/>
      </p:nvGrpSpPr>
      <p:grpSpPr bwMode="auto">
        <a:xfrm>
          <a:off x="0" y="0"/>
          <a:ext cx="0" cy="0"/>
          <a:chOff x="0" y="0"/>
          <a:chExt cx="0" cy="0"/>
        </a:xfrm>
      </p:grpSpPr>
      <p:sp>
        <p:nvSpPr>
          <p:cNvPr id="882985020" name="Header Placeholder 1"/>
          <p:cNvSpPr>
            <a:spLocks noGrp="1"/>
          </p:cNvSpPr>
          <p:nvPr>
            <p:ph type="hdr" sz="quarter"/>
          </p:nvPr>
        </p:nvSpPr>
        <p:spPr bwMode="auto">
          <a:xfrm>
            <a:off x="0" y="0"/>
            <a:ext cx="2971800" cy="457200"/>
          </a:xfrm>
          <a:prstGeom prst="rect">
            <a:avLst/>
          </a:prstGeom>
        </p:spPr>
        <p:txBody>
          <a:bodyPr vert="horz" lIns="91440" tIns="45720" rIns="91440" bIns="45720" rtlCol="0"/>
          <a:lstStyle>
            <a:lvl1pPr algn="l">
              <a:spcBef>
                <a:spcPts val="0"/>
              </a:spcBef>
              <a:spcAft>
                <a:spcPts val="0"/>
              </a:spcAft>
              <a:defRPr sz="1200">
                <a:latin typeface="+mn-lt"/>
                <a:cs typeface="+mn-cs"/>
              </a:defRPr>
            </a:lvl1pPr>
          </a:lstStyle>
          <a:p>
            <a:pPr>
              <a:defRPr/>
            </a:pPr>
            <a:endParaRPr lang="en-US"/>
          </a:p>
        </p:txBody>
      </p:sp>
      <p:sp>
        <p:nvSpPr>
          <p:cNvPr id="1835592405" name="Date Placeholder 2"/>
          <p:cNvSpPr>
            <a:spLocks noGrp="1"/>
          </p:cNvSpPr>
          <p:nvPr>
            <p:ph type="dt" idx="1"/>
          </p:nvPr>
        </p:nvSpPr>
        <p:spPr bwMode="auto">
          <a:xfrm>
            <a:off x="3884613" y="0"/>
            <a:ext cx="2971800" cy="457200"/>
          </a:xfrm>
          <a:prstGeom prst="rect">
            <a:avLst/>
          </a:prstGeom>
        </p:spPr>
        <p:txBody>
          <a:bodyPr vert="horz" lIns="91440" tIns="45720" rIns="91440" bIns="45720" rtlCol="0"/>
          <a:lstStyle>
            <a:lvl1pPr algn="r">
              <a:spcBef>
                <a:spcPts val="0"/>
              </a:spcBef>
              <a:spcAft>
                <a:spcPts val="0"/>
              </a:spcAft>
              <a:defRPr sz="1200">
                <a:latin typeface="+mn-lt"/>
                <a:cs typeface="+mn-cs"/>
              </a:defRPr>
            </a:lvl1pPr>
          </a:lstStyle>
          <a:p>
            <a:pPr>
              <a:defRPr/>
            </a:pPr>
            <a:fld id="{0F2D6876-F133-46D3-95E2-A34AD9BDC8CB}" type="datetimeFigureOut">
              <a:rPr lang="en-US"/>
              <a:t>1/4/2026</a:t>
            </a:fld>
            <a:endParaRPr lang="en-US"/>
          </a:p>
        </p:txBody>
      </p:sp>
      <p:sp>
        <p:nvSpPr>
          <p:cNvPr id="839761887" name="Slide Image Placeholder 3"/>
          <p:cNvSpPr>
            <a:spLocks noChangeAspect="1" noGrp="1" noRot="1"/>
          </p:cNvSpPr>
          <p:nvPr>
            <p:ph type="sldImg" idx="2"/>
          </p:nvPr>
        </p:nvSpPr>
        <p:spPr bwMode="auto">
          <a:xfrm>
            <a:off x="381000" y="685800"/>
            <a:ext cx="6096000" cy="3429000"/>
          </a:xfrm>
          <a:prstGeom prst="rect">
            <a:avLst/>
          </a:prstGeom>
          <a:noFill/>
          <a:ln w="12700">
            <a:solidFill>
              <a:prstClr val="black"/>
            </a:solidFill>
          </a:ln>
        </p:spPr>
        <p:txBody>
          <a:bodyPr vert="horz" lIns="91440" tIns="45720" rIns="91440" bIns="45720" rtlCol="0" anchor="ctr"/>
          <a:lstStyle/>
          <a:p>
            <a:pPr lvl="0">
              <a:defRPr/>
            </a:pPr>
            <a:endParaRPr lang="en-US"/>
          </a:p>
        </p:txBody>
      </p:sp>
      <p:sp>
        <p:nvSpPr>
          <p:cNvPr id="1764108514" name="Notes Placeholder 4"/>
          <p:cNvSpPr>
            <a:spLocks noGrp="1"/>
          </p:cNvSpPr>
          <p:nvPr>
            <p:ph type="body" sz="quarter" idx="3"/>
          </p:nvPr>
        </p:nvSpPr>
        <p:spPr bwMode="auto">
          <a:xfrm>
            <a:off x="685800" y="4343400"/>
            <a:ext cx="5486400" cy="4114800"/>
          </a:xfrm>
          <a:prstGeom prst="rect">
            <a:avLst/>
          </a:prstGeom>
        </p:spPr>
        <p:txBody>
          <a:bodyPr vert="horz" lIns="91440" tIns="45720" rIns="91440" bIns="45720" rtlCol="0">
            <a:normAutofit/>
          </a:body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a:p>
        </p:txBody>
      </p:sp>
      <p:sp>
        <p:nvSpPr>
          <p:cNvPr id="280500636" name="Footer Placeholder 5"/>
          <p:cNvSpPr>
            <a:spLocks noGrp="1"/>
          </p:cNvSpPr>
          <p:nvPr>
            <p:ph type="ftr" sz="quarter" idx="4"/>
          </p:nvPr>
        </p:nvSpPr>
        <p:spPr bwMode="auto">
          <a:xfrm>
            <a:off x="0" y="8685213"/>
            <a:ext cx="2971800" cy="457200"/>
          </a:xfrm>
          <a:prstGeom prst="rect">
            <a:avLst/>
          </a:prstGeom>
        </p:spPr>
        <p:txBody>
          <a:bodyPr vert="horz" lIns="91440" tIns="45720" rIns="91440" bIns="45720" rtlCol="0" anchor="b"/>
          <a:lstStyle>
            <a:lvl1pPr algn="l">
              <a:spcBef>
                <a:spcPts val="0"/>
              </a:spcBef>
              <a:spcAft>
                <a:spcPts val="0"/>
              </a:spcAft>
              <a:defRPr sz="1200">
                <a:latin typeface="+mn-lt"/>
                <a:cs typeface="+mn-cs"/>
              </a:defRPr>
            </a:lvl1pPr>
          </a:lstStyle>
          <a:p>
            <a:pPr>
              <a:defRPr/>
            </a:pPr>
            <a:endParaRPr lang="en-US"/>
          </a:p>
        </p:txBody>
      </p:sp>
      <p:sp>
        <p:nvSpPr>
          <p:cNvPr id="679656410" name="Slide Number Placeholder 6"/>
          <p:cNvSpPr>
            <a:spLocks noGrp="1"/>
          </p:cNvSpPr>
          <p:nvPr>
            <p:ph type="sldNum" sz="quarter" idx="5"/>
          </p:nvPr>
        </p:nvSpPr>
        <p:spPr bwMode="auto">
          <a:xfrm>
            <a:off x="3884613" y="8685213"/>
            <a:ext cx="2971800" cy="457200"/>
          </a:xfrm>
          <a:prstGeom prst="rect">
            <a:avLst/>
          </a:prstGeom>
        </p:spPr>
        <p:txBody>
          <a:bodyPr vert="horz" lIns="91440" tIns="45720" rIns="91440" bIns="45720" rtlCol="0" anchor="b"/>
          <a:lstStyle>
            <a:lvl1pPr algn="r">
              <a:spcBef>
                <a:spcPts val="0"/>
              </a:spcBef>
              <a:spcAft>
                <a:spcPts val="0"/>
              </a:spcAft>
              <a:defRPr sz="1200">
                <a:latin typeface="+mn-lt"/>
                <a:cs typeface="+mn-cs"/>
              </a:defRPr>
            </a:lvl1pPr>
          </a:lstStyle>
          <a:p>
            <a:pPr>
              <a:defRPr/>
            </a:pPr>
            <a:fld id="{1DA40400-4F5E-4E00-9BB5-F457594CE77A}" type="slidenum">
              <a:rPr lang="en-US"/>
              <a:t>‹#›</a:t>
            </a:fld>
            <a:endParaRPr lang="en-US"/>
          </a:p>
        </p:txBody>
      </p:sp>
    </p:spTree>
  </p:cSld>
  <p:clrMap bg1="lt1" tx1="dk1" bg2="lt2" tx2="dk2" accent1="accent1" accent2="accent2" accent3="accent3" accent4="accent4" accent5="accent5" accent6="accent6" hlink="hlink" folHlink="folHlink"/>
  <p:notesStyle>
    <a:lvl1pPr algn="l" rtl="0">
      <a:spcBef>
        <a:spcPts val="0"/>
      </a:spcBef>
      <a:spcAft>
        <a:spcPts val="0"/>
      </a:spcAft>
      <a:defRPr sz="1200">
        <a:solidFill>
          <a:schemeClr val="tx1"/>
        </a:solidFill>
        <a:latin typeface="+mn-lt"/>
        <a:ea typeface="+mn-ea"/>
        <a:cs typeface="+mn-cs"/>
      </a:defRPr>
    </a:lvl1pPr>
    <a:lvl2pPr marL="457200" algn="l" rtl="0">
      <a:spcBef>
        <a:spcPts val="0"/>
      </a:spcBef>
      <a:spcAft>
        <a:spcPts val="0"/>
      </a:spcAft>
      <a:defRPr sz="1200">
        <a:solidFill>
          <a:schemeClr val="tx1"/>
        </a:solidFill>
        <a:latin typeface="+mn-lt"/>
        <a:ea typeface="+mn-ea"/>
        <a:cs typeface="+mn-cs"/>
      </a:defRPr>
    </a:lvl2pPr>
    <a:lvl3pPr marL="914400" algn="l" rtl="0">
      <a:spcBef>
        <a:spcPts val="0"/>
      </a:spcBef>
      <a:spcAft>
        <a:spcPts val="0"/>
      </a:spcAft>
      <a:defRPr sz="1200">
        <a:solidFill>
          <a:schemeClr val="tx1"/>
        </a:solidFill>
        <a:latin typeface="+mn-lt"/>
        <a:ea typeface="+mn-ea"/>
        <a:cs typeface="+mn-cs"/>
      </a:defRPr>
    </a:lvl3pPr>
    <a:lvl4pPr marL="1371600" algn="l" rtl="0">
      <a:spcBef>
        <a:spcPts val="0"/>
      </a:spcBef>
      <a:spcAft>
        <a:spcPts val="0"/>
      </a:spcAft>
      <a:defRPr sz="1200">
        <a:solidFill>
          <a:schemeClr val="tx1"/>
        </a:solidFill>
        <a:latin typeface="+mn-lt"/>
        <a:ea typeface="+mn-ea"/>
        <a:cs typeface="+mn-cs"/>
      </a:defRPr>
    </a:lvl4pPr>
    <a:lvl5pPr marL="1828800" algn="l" rtl="0">
      <a:spcBef>
        <a:spcPts val="0"/>
      </a:spcBef>
      <a:spcAft>
        <a:spcPts val="0"/>
      </a:spcAft>
      <a:defRPr sz="1200">
        <a:solidFill>
          <a:schemeClr val="tx1"/>
        </a:solidFill>
        <a:latin typeface="+mn-lt"/>
        <a:ea typeface="+mn-ea"/>
        <a:cs typeface="+mn-cs"/>
      </a:defRPr>
    </a:lvl5pPr>
    <a:lvl6pPr marL="2286000" algn="l" defTabSz="914400" rtl="0">
      <a:defRPr sz="1200">
        <a:solidFill>
          <a:schemeClr val="tx1"/>
        </a:solidFill>
        <a:latin typeface="+mn-lt"/>
        <a:ea typeface="+mn-ea"/>
        <a:cs typeface="+mn-cs"/>
      </a:defRPr>
    </a:lvl6pPr>
    <a:lvl7pPr marL="2743200" algn="l" defTabSz="914400" rtl="0">
      <a:defRPr sz="1200">
        <a:solidFill>
          <a:schemeClr val="tx1"/>
        </a:solidFill>
        <a:latin typeface="+mn-lt"/>
        <a:ea typeface="+mn-ea"/>
        <a:cs typeface="+mn-cs"/>
      </a:defRPr>
    </a:lvl7pPr>
    <a:lvl8pPr marL="3200400" algn="l" defTabSz="914400" rtl="0">
      <a:defRPr sz="1200">
        <a:solidFill>
          <a:schemeClr val="tx1"/>
        </a:solidFill>
        <a:latin typeface="+mn-lt"/>
        <a:ea typeface="+mn-ea"/>
        <a:cs typeface="+mn-cs"/>
      </a:defRPr>
    </a:lvl8pPr>
    <a:lvl9pPr marL="3657600" algn="l" defTabSz="914400" rtl="0">
      <a:defRPr sz="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388590124" name="Slide Image Placeholder 1"/>
          <p:cNvSpPr>
            <a:spLocks noChangeAspect="1" noGrp="1" noRot="1"/>
          </p:cNvSpPr>
          <p:nvPr>
            <p:ph type="sldImg"/>
          </p:nvPr>
        </p:nvSpPr>
        <p:spPr bwMode="auto"/>
      </p:sp>
      <p:sp>
        <p:nvSpPr>
          <p:cNvPr id="150709309" name="Notes Placeholder 2"/>
          <p:cNvSpPr>
            <a:spLocks noGrp="1"/>
          </p:cNvSpPr>
          <p:nvPr>
            <p:ph type="body" idx="1"/>
          </p:nvPr>
        </p:nvSpPr>
        <p:spPr bwMode="auto"/>
        <p:txBody>
          <a:bodyPr/>
          <a:lstStyle/>
          <a:p>
            <a:pPr>
              <a:defRPr/>
            </a:pPr>
            <a:endParaRPr/>
          </a:p>
        </p:txBody>
      </p:sp>
      <p:sp>
        <p:nvSpPr>
          <p:cNvPr id="1614339667" name="Slide Number Placeholder 3"/>
          <p:cNvSpPr>
            <a:spLocks noGrp="1"/>
          </p:cNvSpPr>
          <p:nvPr>
            <p:ph type="sldNum" sz="quarter" idx="10"/>
          </p:nvPr>
        </p:nvSpPr>
        <p:spPr bwMode="auto"/>
        <p:txBody>
          <a:bodyPr/>
          <a:lstStyle/>
          <a:p>
            <a:pPr>
              <a:defRPr/>
            </a:pPr>
            <a:fld id="{16F6DE54-3F6A-DDA8-0352-83F576F74C45}" type="slidenum">
              <a:rPr/>
              <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431539239" name="Slide Image Placeholder 1"/>
          <p:cNvSpPr>
            <a:spLocks noChangeAspect="1" noGrp="1" noRot="1"/>
          </p:cNvSpPr>
          <p:nvPr>
            <p:ph type="sldImg"/>
          </p:nvPr>
        </p:nvSpPr>
        <p:spPr bwMode="auto"/>
      </p:sp>
      <p:sp>
        <p:nvSpPr>
          <p:cNvPr id="1147343790" name="Notes Placeholder 2"/>
          <p:cNvSpPr>
            <a:spLocks noGrp="1"/>
          </p:cNvSpPr>
          <p:nvPr>
            <p:ph type="body" idx="1"/>
          </p:nvPr>
        </p:nvSpPr>
        <p:spPr bwMode="auto"/>
        <p:txBody>
          <a:bodyPr/>
          <a:lstStyle/>
          <a:p>
            <a:pPr>
              <a:defRPr/>
            </a:pPr>
            <a:endParaRPr/>
          </a:p>
        </p:txBody>
      </p:sp>
      <p:sp>
        <p:nvSpPr>
          <p:cNvPr id="2052844802" name="Slide Number Placeholder 3"/>
          <p:cNvSpPr>
            <a:spLocks noGrp="1"/>
          </p:cNvSpPr>
          <p:nvPr>
            <p:ph type="sldNum" sz="quarter" idx="10"/>
          </p:nvPr>
        </p:nvSpPr>
        <p:spPr bwMode="auto"/>
        <p:txBody>
          <a:bodyPr/>
          <a:lstStyle/>
          <a:p>
            <a:pPr>
              <a:defRPr/>
            </a:pPr>
            <a:fld id="{DE030862-D565-A60D-05B8-9E3B80084E83}" type="slidenum">
              <a:rPr/>
              <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666502445" name="Slide Image Placeholder 1"/>
          <p:cNvSpPr>
            <a:spLocks noChangeAspect="1" noGrp="1" noRot="1"/>
          </p:cNvSpPr>
          <p:nvPr>
            <p:ph type="sldImg"/>
          </p:nvPr>
        </p:nvSpPr>
        <p:spPr bwMode="auto"/>
      </p:sp>
      <p:sp>
        <p:nvSpPr>
          <p:cNvPr id="1719640331" name="Notes Placeholder 2"/>
          <p:cNvSpPr>
            <a:spLocks noGrp="1"/>
          </p:cNvSpPr>
          <p:nvPr>
            <p:ph type="body" idx="1"/>
          </p:nvPr>
        </p:nvSpPr>
        <p:spPr bwMode="auto"/>
        <p:txBody>
          <a:bodyPr/>
          <a:lstStyle/>
          <a:p>
            <a:pPr>
              <a:defRPr/>
            </a:pPr>
            <a:endParaRPr/>
          </a:p>
        </p:txBody>
      </p:sp>
      <p:sp>
        <p:nvSpPr>
          <p:cNvPr id="1123276201" name="Slide Number Placeholder 3"/>
          <p:cNvSpPr>
            <a:spLocks noGrp="1"/>
          </p:cNvSpPr>
          <p:nvPr>
            <p:ph type="sldNum" sz="quarter" idx="10"/>
          </p:nvPr>
        </p:nvSpPr>
        <p:spPr bwMode="auto"/>
        <p:txBody>
          <a:bodyPr/>
          <a:lstStyle/>
          <a:p>
            <a:pPr>
              <a:defRPr/>
            </a:pPr>
            <a:fld id="{C6E8166B-C8FE-5AC6-C113-4DB1269DAD6D}" type="slidenum">
              <a:rPr/>
              <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742095982" name="Slide Image Placeholder 1"/>
          <p:cNvSpPr>
            <a:spLocks noChangeAspect="1" noGrp="1" noRot="1"/>
          </p:cNvSpPr>
          <p:nvPr>
            <p:ph type="sldImg"/>
          </p:nvPr>
        </p:nvSpPr>
        <p:spPr bwMode="auto"/>
      </p:sp>
      <p:sp>
        <p:nvSpPr>
          <p:cNvPr id="606357767" name="Notes Placeholder 2"/>
          <p:cNvSpPr>
            <a:spLocks noGrp="1"/>
          </p:cNvSpPr>
          <p:nvPr>
            <p:ph type="body" idx="1"/>
          </p:nvPr>
        </p:nvSpPr>
        <p:spPr bwMode="auto"/>
        <p:txBody>
          <a:bodyPr/>
          <a:lstStyle/>
          <a:p>
            <a:pPr>
              <a:defRPr/>
            </a:pPr>
            <a:endParaRPr/>
          </a:p>
        </p:txBody>
      </p:sp>
      <p:sp>
        <p:nvSpPr>
          <p:cNvPr id="1720103970" name="Slide Number Placeholder 3"/>
          <p:cNvSpPr>
            <a:spLocks noGrp="1"/>
          </p:cNvSpPr>
          <p:nvPr>
            <p:ph type="sldNum" sz="quarter" idx="10"/>
          </p:nvPr>
        </p:nvSpPr>
        <p:spPr bwMode="auto"/>
        <p:txBody>
          <a:bodyPr/>
          <a:lstStyle/>
          <a:p>
            <a:pPr>
              <a:defRPr/>
            </a:pPr>
            <a:fld id="{2F8A310F-2E6C-2F28-4605-F724C64D1354}" type="slidenum">
              <a:rPr/>
              <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051278930" name="Slide Image Placeholder 1"/>
          <p:cNvSpPr>
            <a:spLocks noChangeAspect="1" noGrp="1" noRot="1"/>
          </p:cNvSpPr>
          <p:nvPr>
            <p:ph type="sldImg"/>
          </p:nvPr>
        </p:nvSpPr>
        <p:spPr bwMode="auto"/>
      </p:sp>
      <p:sp>
        <p:nvSpPr>
          <p:cNvPr id="1713001131" name="Notes Placeholder 2"/>
          <p:cNvSpPr>
            <a:spLocks noGrp="1"/>
          </p:cNvSpPr>
          <p:nvPr>
            <p:ph type="body" idx="1"/>
          </p:nvPr>
        </p:nvSpPr>
        <p:spPr bwMode="auto"/>
        <p:txBody>
          <a:bodyPr/>
          <a:lstStyle/>
          <a:p>
            <a:pPr>
              <a:defRPr/>
            </a:pPr>
            <a:endParaRPr/>
          </a:p>
        </p:txBody>
      </p:sp>
      <p:sp>
        <p:nvSpPr>
          <p:cNvPr id="996783394" name="Slide Number Placeholder 3"/>
          <p:cNvSpPr>
            <a:spLocks noGrp="1"/>
          </p:cNvSpPr>
          <p:nvPr>
            <p:ph type="sldNum" sz="quarter" idx="10"/>
          </p:nvPr>
        </p:nvSpPr>
        <p:spPr bwMode="auto"/>
        <p:txBody>
          <a:bodyPr/>
          <a:lstStyle/>
          <a:p>
            <a:pPr>
              <a:defRPr/>
            </a:pPr>
            <a:fld id="{2F10217F-257B-2471-4DF0-58A78306A330}" type="slidenum">
              <a:rPr/>
              <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506658295" name="Slide Image Placeholder 1"/>
          <p:cNvSpPr>
            <a:spLocks noChangeAspect="1" noGrp="1" noRot="1"/>
          </p:cNvSpPr>
          <p:nvPr>
            <p:ph type="sldImg"/>
          </p:nvPr>
        </p:nvSpPr>
        <p:spPr bwMode="auto"/>
      </p:sp>
      <p:sp>
        <p:nvSpPr>
          <p:cNvPr id="570534846" name="Notes Placeholder 2"/>
          <p:cNvSpPr>
            <a:spLocks noGrp="1"/>
          </p:cNvSpPr>
          <p:nvPr>
            <p:ph type="body" idx="1"/>
          </p:nvPr>
        </p:nvSpPr>
        <p:spPr bwMode="auto"/>
        <p:txBody>
          <a:bodyPr/>
          <a:lstStyle/>
          <a:p>
            <a:pPr>
              <a:defRPr/>
            </a:pPr>
            <a:endParaRPr/>
          </a:p>
        </p:txBody>
      </p:sp>
      <p:sp>
        <p:nvSpPr>
          <p:cNvPr id="1277382935" name="Slide Number Placeholder 3"/>
          <p:cNvSpPr>
            <a:spLocks noGrp="1"/>
          </p:cNvSpPr>
          <p:nvPr>
            <p:ph type="sldNum" sz="quarter" idx="10"/>
          </p:nvPr>
        </p:nvSpPr>
        <p:spPr bwMode="auto"/>
        <p:txBody>
          <a:bodyPr/>
          <a:lstStyle/>
          <a:p>
            <a:pPr>
              <a:defRPr/>
            </a:pPr>
            <a:fld id="{BCC457A2-B465-50B6-0675-1B68A9E13C66}" type="slidenum">
              <a:rPr/>
              <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617844562" name="Slide Image Placeholder 1"/>
          <p:cNvSpPr>
            <a:spLocks noChangeAspect="1" noGrp="1" noRot="1"/>
          </p:cNvSpPr>
          <p:nvPr>
            <p:ph type="sldImg"/>
          </p:nvPr>
        </p:nvSpPr>
        <p:spPr bwMode="auto"/>
      </p:sp>
      <p:sp>
        <p:nvSpPr>
          <p:cNvPr id="953261923" name="Notes Placeholder 2"/>
          <p:cNvSpPr>
            <a:spLocks noGrp="1"/>
          </p:cNvSpPr>
          <p:nvPr>
            <p:ph type="body" idx="1"/>
          </p:nvPr>
        </p:nvSpPr>
        <p:spPr bwMode="auto"/>
        <p:txBody>
          <a:bodyPr/>
          <a:lstStyle/>
          <a:p>
            <a:pPr>
              <a:defRPr/>
            </a:pPr>
            <a:endParaRPr/>
          </a:p>
        </p:txBody>
      </p:sp>
      <p:sp>
        <p:nvSpPr>
          <p:cNvPr id="1451512952" name="Slide Number Placeholder 3"/>
          <p:cNvSpPr>
            <a:spLocks noGrp="1"/>
          </p:cNvSpPr>
          <p:nvPr>
            <p:ph type="sldNum" sz="quarter" idx="10"/>
          </p:nvPr>
        </p:nvSpPr>
        <p:spPr bwMode="auto"/>
        <p:txBody>
          <a:bodyPr/>
          <a:lstStyle/>
          <a:p>
            <a:pPr>
              <a:defRPr/>
            </a:pPr>
            <a:fld id="{08D87841-AFB0-1429-F02D-3B19EE700CA2}" type="slidenum">
              <a:rPr/>
              <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860535136" name="Slide Image Placeholder 1"/>
          <p:cNvSpPr>
            <a:spLocks noChangeAspect="1" noGrp="1" noRot="1"/>
          </p:cNvSpPr>
          <p:nvPr>
            <p:ph type="sldImg"/>
          </p:nvPr>
        </p:nvSpPr>
        <p:spPr bwMode="auto"/>
      </p:sp>
      <p:sp>
        <p:nvSpPr>
          <p:cNvPr id="1966037716" name="Notes Placeholder 2"/>
          <p:cNvSpPr>
            <a:spLocks noGrp="1"/>
          </p:cNvSpPr>
          <p:nvPr>
            <p:ph type="body" idx="1"/>
          </p:nvPr>
        </p:nvSpPr>
        <p:spPr bwMode="auto"/>
        <p:txBody>
          <a:bodyPr/>
          <a:lstStyle/>
          <a:p>
            <a:pPr>
              <a:defRPr/>
            </a:pPr>
            <a:endParaRPr/>
          </a:p>
        </p:txBody>
      </p:sp>
      <p:sp>
        <p:nvSpPr>
          <p:cNvPr id="844066669" name="Slide Number Placeholder 3"/>
          <p:cNvSpPr>
            <a:spLocks noGrp="1"/>
          </p:cNvSpPr>
          <p:nvPr>
            <p:ph type="sldNum" sz="quarter" idx="10"/>
          </p:nvPr>
        </p:nvSpPr>
        <p:spPr bwMode="auto"/>
        <p:txBody>
          <a:bodyPr/>
          <a:lstStyle/>
          <a:p>
            <a:pPr>
              <a:defRPr/>
            </a:pPr>
            <a:fld id="{96645A30-2CAC-85C9-9AE1-347F17DFE9D0}" type="slidenum">
              <a:rPr/>
              <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976521081" name="Slide Image Placeholder 1"/>
          <p:cNvSpPr>
            <a:spLocks noChangeAspect="1" noGrp="1" noRot="1"/>
          </p:cNvSpPr>
          <p:nvPr>
            <p:ph type="sldImg"/>
          </p:nvPr>
        </p:nvSpPr>
        <p:spPr bwMode="auto"/>
      </p:sp>
      <p:sp>
        <p:nvSpPr>
          <p:cNvPr id="827022226" name="Notes Placeholder 2"/>
          <p:cNvSpPr>
            <a:spLocks noGrp="1"/>
          </p:cNvSpPr>
          <p:nvPr>
            <p:ph type="body" idx="1"/>
          </p:nvPr>
        </p:nvSpPr>
        <p:spPr bwMode="auto"/>
        <p:txBody>
          <a:bodyPr/>
          <a:lstStyle/>
          <a:p>
            <a:pPr>
              <a:defRPr/>
            </a:pPr>
            <a:endParaRPr/>
          </a:p>
        </p:txBody>
      </p:sp>
      <p:sp>
        <p:nvSpPr>
          <p:cNvPr id="697850601" name="Slide Number Placeholder 3"/>
          <p:cNvSpPr>
            <a:spLocks noGrp="1"/>
          </p:cNvSpPr>
          <p:nvPr>
            <p:ph type="sldNum" sz="quarter" idx="10"/>
          </p:nvPr>
        </p:nvSpPr>
        <p:spPr bwMode="auto"/>
        <p:txBody>
          <a:bodyPr/>
          <a:lstStyle/>
          <a:p>
            <a:pPr>
              <a:defRPr/>
            </a:pPr>
            <a:fld id="{5C1F748F-0246-8A77-1EDE-F19FC7786A91}" type="slidenum">
              <a:rPr/>
              <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806102161" name="Slide Image Placeholder 1"/>
          <p:cNvSpPr>
            <a:spLocks noChangeAspect="1" noGrp="1" noRot="1"/>
          </p:cNvSpPr>
          <p:nvPr>
            <p:ph type="sldImg"/>
          </p:nvPr>
        </p:nvSpPr>
        <p:spPr bwMode="auto"/>
      </p:sp>
      <p:sp>
        <p:nvSpPr>
          <p:cNvPr id="281683452" name="Notes Placeholder 2"/>
          <p:cNvSpPr>
            <a:spLocks noGrp="1"/>
          </p:cNvSpPr>
          <p:nvPr>
            <p:ph type="body" idx="1"/>
          </p:nvPr>
        </p:nvSpPr>
        <p:spPr bwMode="auto"/>
        <p:txBody>
          <a:bodyPr/>
          <a:lstStyle/>
          <a:p>
            <a:pPr>
              <a:defRPr/>
            </a:pPr>
            <a:endParaRPr/>
          </a:p>
        </p:txBody>
      </p:sp>
      <p:sp>
        <p:nvSpPr>
          <p:cNvPr id="145983501" name="Slide Number Placeholder 3"/>
          <p:cNvSpPr>
            <a:spLocks noGrp="1"/>
          </p:cNvSpPr>
          <p:nvPr>
            <p:ph type="sldNum" sz="quarter" idx="10"/>
          </p:nvPr>
        </p:nvSpPr>
        <p:spPr bwMode="auto"/>
        <p:txBody>
          <a:bodyPr/>
          <a:lstStyle/>
          <a:p>
            <a:pPr>
              <a:defRPr/>
            </a:pPr>
            <a:fld id="{A5126D4B-C3F1-85CC-4094-43E7E62241CD}" type="slidenum">
              <a:rPr/>
              <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055872427" name="Slide Image Placeholder 1"/>
          <p:cNvSpPr>
            <a:spLocks noChangeAspect="1" noGrp="1" noRot="1"/>
          </p:cNvSpPr>
          <p:nvPr>
            <p:ph type="sldImg"/>
          </p:nvPr>
        </p:nvSpPr>
        <p:spPr bwMode="auto"/>
      </p:sp>
      <p:sp>
        <p:nvSpPr>
          <p:cNvPr id="192607860" name="Notes Placeholder 2"/>
          <p:cNvSpPr>
            <a:spLocks noGrp="1"/>
          </p:cNvSpPr>
          <p:nvPr>
            <p:ph type="body" idx="1"/>
          </p:nvPr>
        </p:nvSpPr>
        <p:spPr bwMode="auto"/>
        <p:txBody>
          <a:bodyPr/>
          <a:lstStyle/>
          <a:p>
            <a:pPr>
              <a:defRPr/>
            </a:pPr>
            <a:endParaRPr/>
          </a:p>
        </p:txBody>
      </p:sp>
      <p:sp>
        <p:nvSpPr>
          <p:cNvPr id="105048315" name="Slide Number Placeholder 3"/>
          <p:cNvSpPr>
            <a:spLocks noGrp="1"/>
          </p:cNvSpPr>
          <p:nvPr>
            <p:ph type="sldNum" sz="quarter" idx="10"/>
          </p:nvPr>
        </p:nvSpPr>
        <p:spPr bwMode="auto"/>
        <p:txBody>
          <a:bodyPr/>
          <a:lstStyle/>
          <a:p>
            <a:pPr>
              <a:defRPr/>
            </a:pPr>
            <a:fld id="{6AE3E1F8-C862-6794-69AA-7FA77AB3CD96}" type="slidenum">
              <a:rPr/>
              <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098465431" name="Slide Image Placeholder 1"/>
          <p:cNvSpPr>
            <a:spLocks noChangeAspect="1" noGrp="1" noRot="1"/>
          </p:cNvSpPr>
          <p:nvPr>
            <p:ph type="sldImg"/>
          </p:nvPr>
        </p:nvSpPr>
        <p:spPr bwMode="auto"/>
      </p:sp>
      <p:sp>
        <p:nvSpPr>
          <p:cNvPr id="2131230318" name="Notes Placeholder 2"/>
          <p:cNvSpPr>
            <a:spLocks noGrp="1"/>
          </p:cNvSpPr>
          <p:nvPr>
            <p:ph type="body" idx="1"/>
          </p:nvPr>
        </p:nvSpPr>
        <p:spPr bwMode="auto"/>
        <p:txBody>
          <a:bodyPr/>
          <a:lstStyle/>
          <a:p>
            <a:pPr>
              <a:defRPr/>
            </a:pPr>
            <a:endParaRPr/>
          </a:p>
        </p:txBody>
      </p:sp>
      <p:sp>
        <p:nvSpPr>
          <p:cNvPr id="1502890174" name="Slide Number Placeholder 3"/>
          <p:cNvSpPr>
            <a:spLocks noGrp="1"/>
          </p:cNvSpPr>
          <p:nvPr>
            <p:ph type="sldNum" sz="quarter" idx="10"/>
          </p:nvPr>
        </p:nvSpPr>
        <p:spPr bwMode="auto"/>
        <p:txBody>
          <a:bodyPr/>
          <a:lstStyle/>
          <a:p>
            <a:pPr>
              <a:defRPr/>
            </a:pPr>
            <a:fld id="{4C6C4C47-F8E2-0497-F3E9-9B3525A12383}" type="slidenum">
              <a:rPr/>
              <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7762193" name="Slide Image Placeholder 1"/>
          <p:cNvSpPr>
            <a:spLocks noChangeAspect="1" noGrp="1" noRot="1"/>
          </p:cNvSpPr>
          <p:nvPr>
            <p:ph type="sldImg"/>
          </p:nvPr>
        </p:nvSpPr>
        <p:spPr bwMode="auto"/>
      </p:sp>
      <p:sp>
        <p:nvSpPr>
          <p:cNvPr id="662620402" name="Notes Placeholder 2"/>
          <p:cNvSpPr>
            <a:spLocks noGrp="1"/>
          </p:cNvSpPr>
          <p:nvPr>
            <p:ph type="body" idx="1"/>
          </p:nvPr>
        </p:nvSpPr>
        <p:spPr bwMode="auto"/>
        <p:txBody>
          <a:bodyPr/>
          <a:lstStyle/>
          <a:p>
            <a:pPr>
              <a:defRPr/>
            </a:pPr>
            <a:endParaRPr/>
          </a:p>
        </p:txBody>
      </p:sp>
      <p:sp>
        <p:nvSpPr>
          <p:cNvPr id="898326647" name="Slide Number Placeholder 3"/>
          <p:cNvSpPr>
            <a:spLocks noGrp="1"/>
          </p:cNvSpPr>
          <p:nvPr>
            <p:ph type="sldNum" sz="quarter" idx="10"/>
          </p:nvPr>
        </p:nvSpPr>
        <p:spPr bwMode="auto"/>
        <p:txBody>
          <a:bodyPr/>
          <a:lstStyle/>
          <a:p>
            <a:pPr>
              <a:defRPr/>
            </a:pPr>
            <a:fld id="{97418A89-AC6D-B0E6-BF23-A8E0FCD7136F}" type="slidenum">
              <a:rPr/>
              <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339714643" name="Slide Image Placeholder 1"/>
          <p:cNvSpPr>
            <a:spLocks noChangeAspect="1" noGrp="1" noRot="1"/>
          </p:cNvSpPr>
          <p:nvPr>
            <p:ph type="sldImg"/>
          </p:nvPr>
        </p:nvSpPr>
        <p:spPr bwMode="auto"/>
      </p:sp>
      <p:sp>
        <p:nvSpPr>
          <p:cNvPr id="622885101" name="Notes Placeholder 2"/>
          <p:cNvSpPr>
            <a:spLocks noGrp="1"/>
          </p:cNvSpPr>
          <p:nvPr>
            <p:ph type="body" idx="1"/>
          </p:nvPr>
        </p:nvSpPr>
        <p:spPr bwMode="auto"/>
        <p:txBody>
          <a:bodyPr/>
          <a:lstStyle/>
          <a:p>
            <a:pPr>
              <a:defRPr/>
            </a:pPr>
            <a:endParaRPr/>
          </a:p>
        </p:txBody>
      </p:sp>
      <p:sp>
        <p:nvSpPr>
          <p:cNvPr id="1387037654" name="Slide Number Placeholder 3"/>
          <p:cNvSpPr>
            <a:spLocks noGrp="1"/>
          </p:cNvSpPr>
          <p:nvPr>
            <p:ph type="sldNum" sz="quarter" idx="10"/>
          </p:nvPr>
        </p:nvSpPr>
        <p:spPr bwMode="auto"/>
        <p:txBody>
          <a:bodyPr/>
          <a:lstStyle/>
          <a:p>
            <a:pPr>
              <a:defRPr/>
            </a:pPr>
            <a:fld id="{217342F5-7441-93D2-A7D8-806BAA83C862}" type="slidenum">
              <a:rPr/>
              <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00477414" name="Slide Image Placeholder 1"/>
          <p:cNvSpPr>
            <a:spLocks noChangeAspect="1" noGrp="1" noRot="1"/>
          </p:cNvSpPr>
          <p:nvPr>
            <p:ph type="sldImg"/>
          </p:nvPr>
        </p:nvSpPr>
        <p:spPr bwMode="auto"/>
      </p:sp>
      <p:sp>
        <p:nvSpPr>
          <p:cNvPr id="421773149" name="Notes Placeholder 2"/>
          <p:cNvSpPr>
            <a:spLocks noGrp="1"/>
          </p:cNvSpPr>
          <p:nvPr>
            <p:ph type="body" idx="1"/>
          </p:nvPr>
        </p:nvSpPr>
        <p:spPr bwMode="auto"/>
        <p:txBody>
          <a:bodyPr/>
          <a:lstStyle/>
          <a:p>
            <a:pPr>
              <a:defRPr/>
            </a:pPr>
            <a:endParaRPr/>
          </a:p>
        </p:txBody>
      </p:sp>
      <p:sp>
        <p:nvSpPr>
          <p:cNvPr id="919686263" name="Slide Number Placeholder 3"/>
          <p:cNvSpPr>
            <a:spLocks noGrp="1"/>
          </p:cNvSpPr>
          <p:nvPr>
            <p:ph type="sldNum" sz="quarter" idx="10"/>
          </p:nvPr>
        </p:nvSpPr>
        <p:spPr bwMode="auto"/>
        <p:txBody>
          <a:bodyPr/>
          <a:lstStyle/>
          <a:p>
            <a:pPr>
              <a:defRPr/>
            </a:pPr>
            <a:fld id="{CC68F197-3826-00B2-E926-9C0402DC0EB2}" type="slidenum">
              <a:rPr/>
              <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577509643" name="Slide Image Placeholder 1"/>
          <p:cNvSpPr>
            <a:spLocks noChangeAspect="1" noGrp="1" noRot="1"/>
          </p:cNvSpPr>
          <p:nvPr>
            <p:ph type="sldImg"/>
          </p:nvPr>
        </p:nvSpPr>
        <p:spPr bwMode="auto"/>
      </p:sp>
      <p:sp>
        <p:nvSpPr>
          <p:cNvPr id="440905525" name="Notes Placeholder 2"/>
          <p:cNvSpPr>
            <a:spLocks noGrp="1"/>
          </p:cNvSpPr>
          <p:nvPr>
            <p:ph type="body" idx="1"/>
          </p:nvPr>
        </p:nvSpPr>
        <p:spPr bwMode="auto"/>
        <p:txBody>
          <a:bodyPr/>
          <a:lstStyle/>
          <a:p>
            <a:pPr>
              <a:defRPr/>
            </a:pPr>
            <a:endParaRPr/>
          </a:p>
        </p:txBody>
      </p:sp>
      <p:sp>
        <p:nvSpPr>
          <p:cNvPr id="333261276" name="Slide Number Placeholder 3"/>
          <p:cNvSpPr>
            <a:spLocks noGrp="1"/>
          </p:cNvSpPr>
          <p:nvPr>
            <p:ph type="sldNum" sz="quarter" idx="10"/>
          </p:nvPr>
        </p:nvSpPr>
        <p:spPr bwMode="auto"/>
        <p:txBody>
          <a:bodyPr/>
          <a:lstStyle/>
          <a:p>
            <a:pPr>
              <a:defRPr/>
            </a:pPr>
            <a:fld id="{34C9DF36-BC68-A9E9-49D0-35FCDC10B2E5}" type="slidenum">
              <a:rPr/>
              <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784166265" name="Slide Image Placeholder 1"/>
          <p:cNvSpPr>
            <a:spLocks noChangeAspect="1" noGrp="1" noRot="1"/>
          </p:cNvSpPr>
          <p:nvPr>
            <p:ph type="sldImg"/>
          </p:nvPr>
        </p:nvSpPr>
        <p:spPr bwMode="auto"/>
      </p:sp>
      <p:sp>
        <p:nvSpPr>
          <p:cNvPr id="1007192418" name="Notes Placeholder 2"/>
          <p:cNvSpPr>
            <a:spLocks noGrp="1"/>
          </p:cNvSpPr>
          <p:nvPr>
            <p:ph type="body" idx="1"/>
          </p:nvPr>
        </p:nvSpPr>
        <p:spPr bwMode="auto"/>
        <p:txBody>
          <a:bodyPr/>
          <a:lstStyle/>
          <a:p>
            <a:pPr>
              <a:defRPr/>
            </a:pPr>
            <a:endParaRPr/>
          </a:p>
        </p:txBody>
      </p:sp>
      <p:sp>
        <p:nvSpPr>
          <p:cNvPr id="1090527378" name="Slide Number Placeholder 3"/>
          <p:cNvSpPr>
            <a:spLocks noGrp="1"/>
          </p:cNvSpPr>
          <p:nvPr>
            <p:ph type="sldNum" sz="quarter" idx="10"/>
          </p:nvPr>
        </p:nvSpPr>
        <p:spPr bwMode="auto"/>
        <p:txBody>
          <a:bodyPr/>
          <a:lstStyle/>
          <a:p>
            <a:pPr>
              <a:defRPr/>
            </a:pPr>
            <a:fld id="{DB156F35-16F3-5D42-55BB-A1FC7ED40A88}" type="slidenum">
              <a:rPr/>
              <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484701790" name="Slide Image Placeholder 1"/>
          <p:cNvSpPr>
            <a:spLocks noChangeAspect="1" noGrp="1" noRot="1"/>
          </p:cNvSpPr>
          <p:nvPr>
            <p:ph type="sldImg"/>
          </p:nvPr>
        </p:nvSpPr>
        <p:spPr bwMode="auto"/>
      </p:sp>
      <p:sp>
        <p:nvSpPr>
          <p:cNvPr id="483740913" name="Notes Placeholder 2"/>
          <p:cNvSpPr>
            <a:spLocks noGrp="1"/>
          </p:cNvSpPr>
          <p:nvPr>
            <p:ph type="body" idx="1"/>
          </p:nvPr>
        </p:nvSpPr>
        <p:spPr bwMode="auto"/>
        <p:txBody>
          <a:bodyPr/>
          <a:lstStyle/>
          <a:p>
            <a:pPr>
              <a:defRPr/>
            </a:pPr>
            <a:endParaRPr/>
          </a:p>
        </p:txBody>
      </p:sp>
      <p:sp>
        <p:nvSpPr>
          <p:cNvPr id="1991898812" name="Slide Number Placeholder 3"/>
          <p:cNvSpPr>
            <a:spLocks noGrp="1"/>
          </p:cNvSpPr>
          <p:nvPr>
            <p:ph type="sldNum" sz="quarter" idx="10"/>
          </p:nvPr>
        </p:nvSpPr>
        <p:spPr bwMode="auto"/>
        <p:txBody>
          <a:bodyPr/>
          <a:lstStyle/>
          <a:p>
            <a:pPr>
              <a:defRPr/>
            </a:pPr>
            <a:fld id="{F871852B-294E-C416-A659-6EA94A5ECCE2}" type="slidenum">
              <a:rPr/>
              <a:t/>
            </a:fld>
            <a:endParaRPr/>
          </a:p>
        </p:txBody>
      </p:sp>
    </p:spTree>
  </p:cSld>
  <p:clrMapOvr>
    <a:masterClrMapping/>
  </p:clrMapOvr>
</p:notes>
</file>

<file path=ppt/slideLayouts/_rels/slideLayout1.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media1.svg"/></Relationships>
</file>

<file path=ppt/slideLayouts/_rels/slideLayout13.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4.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title" userDrawn="1">
  <p:cSld name="Title Slide">
    <p:spTree>
      <p:nvGrpSpPr>
        <p:cNvPr id="1" name=""/>
        <p:cNvGrpSpPr/>
        <p:nvPr/>
      </p:nvGrpSpPr>
      <p:grpSpPr bwMode="auto">
        <a:xfrm>
          <a:off x="0" y="0"/>
          <a:ext cx="0" cy="0"/>
          <a:chOff x="0" y="0"/>
          <a:chExt cx="0" cy="0"/>
        </a:xfrm>
      </p:grpSpPr>
      <p:sp>
        <p:nvSpPr>
          <p:cNvPr id="1500532733" name="Title 1"/>
          <p:cNvSpPr>
            <a:spLocks noGrp="1"/>
          </p:cNvSpPr>
          <p:nvPr>
            <p:ph type="ctrTitle"/>
          </p:nvPr>
        </p:nvSpPr>
        <p:spPr bwMode="auto">
          <a:xfrm>
            <a:off x="914400" y="2130426"/>
            <a:ext cx="10363200" cy="1470025"/>
          </a:xfrm>
        </p:spPr>
        <p:txBody>
          <a:bodyPr/>
          <a:lstStyle/>
          <a:p>
            <a:pPr>
              <a:defRPr/>
            </a:pPr>
            <a:r>
              <a:rPr lang="en-US"/>
              <a:t>Click to edit Master title style</a:t>
            </a:r>
            <a:endParaRPr/>
          </a:p>
        </p:txBody>
      </p:sp>
      <p:sp>
        <p:nvSpPr>
          <p:cNvPr id="816979445" name="Subtitle 2"/>
          <p:cNvSpPr>
            <a:spLocks noGrp="1"/>
          </p:cNvSpPr>
          <p:nvPr>
            <p:ph type="subTitle" idx="1"/>
          </p:nvPr>
        </p:nvSpPr>
        <p:spPr bwMode="auto">
          <a:xfrm>
            <a:off x="1828800" y="3886200"/>
            <a:ext cx="8534400" cy="1752599"/>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pPr>
              <a:defRPr/>
            </a:pPr>
            <a:r>
              <a:rPr lang="en-US"/>
              <a:t>Click to edit Master subtitle style</a:t>
            </a:r>
            <a:endParaRPr/>
          </a:p>
        </p:txBody>
      </p:sp>
      <p:sp>
        <p:nvSpPr>
          <p:cNvPr id="765033213" name="Date Placeholder 3"/>
          <p:cNvSpPr>
            <a:spLocks noGrp="1"/>
          </p:cNvSpPr>
          <p:nvPr>
            <p:ph type="dt" sz="half" idx="10"/>
          </p:nvPr>
        </p:nvSpPr>
        <p:spPr bwMode="auto"/>
        <p:txBody>
          <a:bodyPr/>
          <a:lstStyle/>
          <a:p>
            <a:pPr>
              <a:defRPr/>
            </a:pPr>
            <a:fld id="{875161A3-B757-4210-8554-6B2250A4A5D7}" type="datetime1">
              <a:rPr lang="en-US"/>
              <a:t>1/4/2026</a:t>
            </a:fld>
            <a:endParaRPr lang="en-US"/>
          </a:p>
        </p:txBody>
      </p:sp>
      <p:sp>
        <p:nvSpPr>
          <p:cNvPr id="1138243797" name="Footer Placeholder 4"/>
          <p:cNvSpPr>
            <a:spLocks noGrp="1"/>
          </p:cNvSpPr>
          <p:nvPr>
            <p:ph type="ftr" sz="quarter" idx="11"/>
          </p:nvPr>
        </p:nvSpPr>
        <p:spPr bwMode="auto"/>
        <p:txBody>
          <a:bodyPr/>
          <a:lstStyle/>
          <a:p>
            <a:pPr>
              <a:defRPr/>
            </a:pPr>
            <a:endParaRPr lang="en-US"/>
          </a:p>
        </p:txBody>
      </p:sp>
      <p:sp>
        <p:nvSpPr>
          <p:cNvPr id="1034839330" name="Slide Number Placeholder 5"/>
          <p:cNvSpPr>
            <a:spLocks noGrp="1"/>
          </p:cNvSpPr>
          <p:nvPr>
            <p:ph type="sldNum" sz="quarter" idx="12"/>
          </p:nvPr>
        </p:nvSpPr>
        <p:spPr bwMode="auto"/>
        <p:txBody>
          <a:bodyPr/>
          <a:lstStyle/>
          <a:p>
            <a:pPr>
              <a:defRPr/>
            </a:pPr>
            <a:fld id="{3201EAB7-4B8F-4B70-B0ED-2782ACD77B02}" type="slidenum">
              <a:rPr lang="en-US"/>
              <a:t>‹#›</a:t>
            </a:fld>
            <a:endParaRPr lang="en-US"/>
          </a:p>
        </p:txBody>
      </p:sp>
    </p:spTree>
  </p:cSld>
  <p:clrMapOvr>
    <a:masterClrMapping/>
  </p:clrMapOvr>
  <p:hf dt="0" ftr="0" hdr="0" sldNum="1"/>
</p:sldLayout>
</file>

<file path=ppt/slideLayouts/slideLayout2.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obj" userDrawn="1">
  <p:cSld name="Title and Content">
    <p:spTree>
      <p:nvGrpSpPr>
        <p:cNvPr id="1" name=""/>
        <p:cNvGrpSpPr/>
        <p:nvPr/>
      </p:nvGrpSpPr>
      <p:grpSpPr bwMode="auto">
        <a:xfrm>
          <a:off x="0" y="0"/>
          <a:ext cx="0" cy="0"/>
          <a:chOff x="0" y="0"/>
          <a:chExt cx="0" cy="0"/>
        </a:xfrm>
      </p:grpSpPr>
      <p:sp>
        <p:nvSpPr>
          <p:cNvPr id="1313945128" name="Title 1"/>
          <p:cNvSpPr>
            <a:spLocks noGrp="1"/>
          </p:cNvSpPr>
          <p:nvPr>
            <p:ph type="title"/>
          </p:nvPr>
        </p:nvSpPr>
        <p:spPr bwMode="auto"/>
        <p:txBody>
          <a:bodyPr/>
          <a:lstStyle/>
          <a:p>
            <a:pPr>
              <a:defRPr/>
            </a:pPr>
            <a:r>
              <a:rPr lang="en-US"/>
              <a:t>Click to edit Master title style</a:t>
            </a:r>
            <a:endParaRPr/>
          </a:p>
        </p:txBody>
      </p:sp>
      <p:sp>
        <p:nvSpPr>
          <p:cNvPr id="1151077265" name="Content Placeholder 2"/>
          <p:cNvSpPr>
            <a:spLocks noGrp="1"/>
          </p:cNvSpPr>
          <p:nvPr>
            <p:ph idx="1"/>
          </p:nvPr>
        </p:nvSpPr>
        <p:spPr bwMode="auto"/>
        <p:txBody>
          <a:body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a:p>
        </p:txBody>
      </p:sp>
      <p:sp>
        <p:nvSpPr>
          <p:cNvPr id="1779255350" name="Date Placeholder 3"/>
          <p:cNvSpPr>
            <a:spLocks noGrp="1"/>
          </p:cNvSpPr>
          <p:nvPr>
            <p:ph type="dt" sz="half" idx="10"/>
          </p:nvPr>
        </p:nvSpPr>
        <p:spPr bwMode="auto"/>
        <p:txBody>
          <a:bodyPr/>
          <a:lstStyle/>
          <a:p>
            <a:pPr>
              <a:defRPr/>
            </a:pPr>
            <a:fld id="{875161A3-B757-4210-8554-6B2250A4A5D7}" type="datetime1">
              <a:rPr lang="en-US"/>
              <a:t>1/4/2026</a:t>
            </a:fld>
            <a:endParaRPr lang="en-US"/>
          </a:p>
        </p:txBody>
      </p:sp>
      <p:sp>
        <p:nvSpPr>
          <p:cNvPr id="2110667120" name="Footer Placeholder 4"/>
          <p:cNvSpPr>
            <a:spLocks noGrp="1"/>
          </p:cNvSpPr>
          <p:nvPr>
            <p:ph type="ftr" sz="quarter" idx="11"/>
          </p:nvPr>
        </p:nvSpPr>
        <p:spPr bwMode="auto"/>
        <p:txBody>
          <a:bodyPr/>
          <a:lstStyle/>
          <a:p>
            <a:pPr>
              <a:defRPr/>
            </a:pPr>
            <a:endParaRPr lang="en-US"/>
          </a:p>
        </p:txBody>
      </p:sp>
      <p:sp>
        <p:nvSpPr>
          <p:cNvPr id="1041530431" name="Slide Number Placeholder 5"/>
          <p:cNvSpPr>
            <a:spLocks noGrp="1"/>
          </p:cNvSpPr>
          <p:nvPr>
            <p:ph type="sldNum" sz="quarter" idx="12"/>
          </p:nvPr>
        </p:nvSpPr>
        <p:spPr bwMode="auto"/>
        <p:txBody>
          <a:bodyPr/>
          <a:lstStyle/>
          <a:p>
            <a:pPr>
              <a:defRPr/>
            </a:pPr>
            <a:fld id="{3201EAB7-4B8F-4B70-B0ED-2782ACD77B02}" type="slidenum">
              <a:rPr lang="en-US"/>
              <a:t>‹#›</a:t>
            </a:fld>
            <a:endParaRPr lang="en-US"/>
          </a:p>
        </p:txBody>
      </p:sp>
    </p:spTree>
  </p:cSld>
  <p:clrMapOvr>
    <a:masterClrMapping/>
  </p:clrMapOvr>
  <p:hf dt="0" ftr="0" hdr="0" sldNum="1"/>
</p:sldLayout>
</file>

<file path=ppt/slideLayouts/slideLayout3.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secHead" userDrawn="1">
  <p:cSld name="Section Header">
    <p:spTree>
      <p:nvGrpSpPr>
        <p:cNvPr id="1" name=""/>
        <p:cNvGrpSpPr/>
        <p:nvPr/>
      </p:nvGrpSpPr>
      <p:grpSpPr bwMode="auto">
        <a:xfrm>
          <a:off x="0" y="0"/>
          <a:ext cx="0" cy="0"/>
          <a:chOff x="0" y="0"/>
          <a:chExt cx="0" cy="0"/>
        </a:xfrm>
      </p:grpSpPr>
      <p:sp>
        <p:nvSpPr>
          <p:cNvPr id="1626688476" name="Title 1"/>
          <p:cNvSpPr>
            <a:spLocks noGrp="1"/>
          </p:cNvSpPr>
          <p:nvPr>
            <p:ph type="title"/>
          </p:nvPr>
        </p:nvSpPr>
        <p:spPr bwMode="auto">
          <a:xfrm>
            <a:off x="963084" y="4406901"/>
            <a:ext cx="10363200" cy="1362075"/>
          </a:xfrm>
        </p:spPr>
        <p:txBody>
          <a:bodyPr anchor="t"/>
          <a:lstStyle>
            <a:lvl1pPr algn="l">
              <a:defRPr sz="4000" b="1" cap="all"/>
            </a:lvl1pPr>
          </a:lstStyle>
          <a:p>
            <a:pPr>
              <a:defRPr/>
            </a:pPr>
            <a:r>
              <a:rPr lang="en-US"/>
              <a:t>Click to edit Master title style</a:t>
            </a:r>
            <a:endParaRPr/>
          </a:p>
        </p:txBody>
      </p:sp>
      <p:sp>
        <p:nvSpPr>
          <p:cNvPr id="68458287" name="Text Placeholder 2"/>
          <p:cNvSpPr>
            <a:spLocks noGrp="1"/>
          </p:cNvSpPr>
          <p:nvPr>
            <p:ph type="body" idx="1"/>
          </p:nvPr>
        </p:nvSpPr>
        <p:spPr bwMode="auto">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defRPr/>
            </a:pPr>
            <a:r>
              <a:rPr lang="en-US"/>
              <a:t>Click to edit Master text styles</a:t>
            </a:r>
            <a:endParaRPr/>
          </a:p>
        </p:txBody>
      </p:sp>
      <p:sp>
        <p:nvSpPr>
          <p:cNvPr id="1591148917" name="Date Placeholder 3"/>
          <p:cNvSpPr>
            <a:spLocks noGrp="1"/>
          </p:cNvSpPr>
          <p:nvPr>
            <p:ph type="dt" sz="half" idx="10"/>
          </p:nvPr>
        </p:nvSpPr>
        <p:spPr bwMode="auto"/>
        <p:txBody>
          <a:bodyPr/>
          <a:lstStyle/>
          <a:p>
            <a:pPr>
              <a:defRPr/>
            </a:pPr>
            <a:fld id="{875161A3-B757-4210-8554-6B2250A4A5D7}" type="datetime1">
              <a:rPr lang="en-US"/>
              <a:t>1/4/2026</a:t>
            </a:fld>
            <a:endParaRPr lang="en-US"/>
          </a:p>
        </p:txBody>
      </p:sp>
      <p:sp>
        <p:nvSpPr>
          <p:cNvPr id="805400085" name="Footer Placeholder 4"/>
          <p:cNvSpPr>
            <a:spLocks noGrp="1"/>
          </p:cNvSpPr>
          <p:nvPr>
            <p:ph type="ftr" sz="quarter" idx="11"/>
          </p:nvPr>
        </p:nvSpPr>
        <p:spPr bwMode="auto"/>
        <p:txBody>
          <a:bodyPr/>
          <a:lstStyle/>
          <a:p>
            <a:pPr>
              <a:defRPr/>
            </a:pPr>
            <a:endParaRPr lang="en-US"/>
          </a:p>
        </p:txBody>
      </p:sp>
      <p:sp>
        <p:nvSpPr>
          <p:cNvPr id="61306264" name="Slide Number Placeholder 5"/>
          <p:cNvSpPr>
            <a:spLocks noGrp="1"/>
          </p:cNvSpPr>
          <p:nvPr>
            <p:ph type="sldNum" sz="quarter" idx="12"/>
          </p:nvPr>
        </p:nvSpPr>
        <p:spPr bwMode="auto"/>
        <p:txBody>
          <a:bodyPr/>
          <a:lstStyle/>
          <a:p>
            <a:pPr>
              <a:defRPr/>
            </a:pPr>
            <a:fld id="{3201EAB7-4B8F-4B70-B0ED-2782ACD77B02}" type="slidenum">
              <a:rPr lang="en-US"/>
              <a:t>‹#›</a:t>
            </a:fld>
            <a:endParaRPr lang="en-US"/>
          </a:p>
        </p:txBody>
      </p:sp>
    </p:spTree>
  </p:cSld>
  <p:clrMapOvr>
    <a:masterClrMapping/>
  </p:clrMapOvr>
  <p:hf dt="0" ftr="0" hdr="0" sldNum="1"/>
</p:sldLayout>
</file>

<file path=ppt/slideLayouts/slideLayout4.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twoObj" userDrawn="1">
  <p:cSld name="Two Content">
    <p:spTree>
      <p:nvGrpSpPr>
        <p:cNvPr id="1" name=""/>
        <p:cNvGrpSpPr/>
        <p:nvPr/>
      </p:nvGrpSpPr>
      <p:grpSpPr bwMode="auto">
        <a:xfrm>
          <a:off x="0" y="0"/>
          <a:ext cx="0" cy="0"/>
          <a:chOff x="0" y="0"/>
          <a:chExt cx="0" cy="0"/>
        </a:xfrm>
      </p:grpSpPr>
      <p:sp>
        <p:nvSpPr>
          <p:cNvPr id="1412311300" name="Title 1"/>
          <p:cNvSpPr>
            <a:spLocks noGrp="1"/>
          </p:cNvSpPr>
          <p:nvPr>
            <p:ph type="title"/>
          </p:nvPr>
        </p:nvSpPr>
        <p:spPr bwMode="auto"/>
        <p:txBody>
          <a:bodyPr/>
          <a:lstStyle/>
          <a:p>
            <a:pPr>
              <a:defRPr/>
            </a:pPr>
            <a:r>
              <a:rPr lang="en-US"/>
              <a:t>Click to edit Master title style</a:t>
            </a:r>
            <a:endParaRPr/>
          </a:p>
        </p:txBody>
      </p:sp>
      <p:sp>
        <p:nvSpPr>
          <p:cNvPr id="1494816808" name="Content Placeholder 2"/>
          <p:cNvSpPr>
            <a:spLocks noGrp="1"/>
          </p:cNvSpPr>
          <p:nvPr>
            <p:ph sz="half" idx="1"/>
          </p:nvPr>
        </p:nvSpPr>
        <p:spPr bwMode="auto">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a:p>
        </p:txBody>
      </p:sp>
      <p:sp>
        <p:nvSpPr>
          <p:cNvPr id="1290039385" name="Content Placeholder 3"/>
          <p:cNvSpPr>
            <a:spLocks noGrp="1"/>
          </p:cNvSpPr>
          <p:nvPr>
            <p:ph sz="half" idx="2"/>
          </p:nvPr>
        </p:nvSpPr>
        <p:spPr bwMode="auto">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a:p>
        </p:txBody>
      </p:sp>
      <p:sp>
        <p:nvSpPr>
          <p:cNvPr id="782639979" name="Date Placeholder 4"/>
          <p:cNvSpPr>
            <a:spLocks noGrp="1"/>
          </p:cNvSpPr>
          <p:nvPr>
            <p:ph type="dt" sz="half" idx="10"/>
          </p:nvPr>
        </p:nvSpPr>
        <p:spPr bwMode="auto"/>
        <p:txBody>
          <a:bodyPr/>
          <a:lstStyle/>
          <a:p>
            <a:pPr>
              <a:defRPr/>
            </a:pPr>
            <a:fld id="{875161A3-B757-4210-8554-6B2250A4A5D7}" type="datetime1">
              <a:rPr lang="en-US"/>
              <a:t>1/4/2026</a:t>
            </a:fld>
            <a:endParaRPr lang="en-US"/>
          </a:p>
        </p:txBody>
      </p:sp>
      <p:sp>
        <p:nvSpPr>
          <p:cNvPr id="2127522149" name="Footer Placeholder 5"/>
          <p:cNvSpPr>
            <a:spLocks noGrp="1"/>
          </p:cNvSpPr>
          <p:nvPr>
            <p:ph type="ftr" sz="quarter" idx="11"/>
          </p:nvPr>
        </p:nvSpPr>
        <p:spPr bwMode="auto"/>
        <p:txBody>
          <a:bodyPr/>
          <a:lstStyle/>
          <a:p>
            <a:pPr>
              <a:defRPr/>
            </a:pPr>
            <a:endParaRPr lang="en-US"/>
          </a:p>
        </p:txBody>
      </p:sp>
      <p:sp>
        <p:nvSpPr>
          <p:cNvPr id="135740691" name="Slide Number Placeholder 6"/>
          <p:cNvSpPr>
            <a:spLocks noGrp="1"/>
          </p:cNvSpPr>
          <p:nvPr>
            <p:ph type="sldNum" sz="quarter" idx="12"/>
          </p:nvPr>
        </p:nvSpPr>
        <p:spPr bwMode="auto"/>
        <p:txBody>
          <a:bodyPr/>
          <a:lstStyle/>
          <a:p>
            <a:pPr>
              <a:defRPr/>
            </a:pPr>
            <a:fld id="{3201EAB7-4B8F-4B70-B0ED-2782ACD77B02}" type="slidenum">
              <a:rPr lang="en-US"/>
              <a:t>‹#›</a:t>
            </a:fld>
            <a:endParaRPr lang="en-US"/>
          </a:p>
        </p:txBody>
      </p:sp>
    </p:spTree>
  </p:cSld>
  <p:clrMapOvr>
    <a:masterClrMapping/>
  </p:clrMapOvr>
  <p:hf dt="0" ftr="0" hdr="0" sldNum="1"/>
</p:sldLayout>
</file>

<file path=ppt/slideLayouts/slideLayout5.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twoTxTwoObj" userDrawn="1">
  <p:cSld name="Comparison">
    <p:spTree>
      <p:nvGrpSpPr>
        <p:cNvPr id="1" name=""/>
        <p:cNvGrpSpPr/>
        <p:nvPr/>
      </p:nvGrpSpPr>
      <p:grpSpPr bwMode="auto">
        <a:xfrm>
          <a:off x="0" y="0"/>
          <a:ext cx="0" cy="0"/>
          <a:chOff x="0" y="0"/>
          <a:chExt cx="0" cy="0"/>
        </a:xfrm>
      </p:grpSpPr>
      <p:sp>
        <p:nvSpPr>
          <p:cNvPr id="428326941" name="Title 1"/>
          <p:cNvSpPr>
            <a:spLocks noGrp="1"/>
          </p:cNvSpPr>
          <p:nvPr>
            <p:ph type="title"/>
          </p:nvPr>
        </p:nvSpPr>
        <p:spPr bwMode="auto"/>
        <p:txBody>
          <a:bodyPr/>
          <a:lstStyle>
            <a:lvl1pPr>
              <a:defRPr/>
            </a:lvl1pPr>
          </a:lstStyle>
          <a:p>
            <a:pPr>
              <a:defRPr/>
            </a:pPr>
            <a:r>
              <a:rPr lang="en-US"/>
              <a:t>Click to edit Master title style</a:t>
            </a:r>
            <a:endParaRPr/>
          </a:p>
        </p:txBody>
      </p:sp>
      <p:sp>
        <p:nvSpPr>
          <p:cNvPr id="1453993169" name="Text Placeholder 2"/>
          <p:cNvSpPr>
            <a:spLocks noGrp="1"/>
          </p:cNvSpPr>
          <p:nvPr>
            <p:ph type="body" idx="1"/>
          </p:nvPr>
        </p:nvSpPr>
        <p:spPr bwMode="auto">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defRPr/>
            </a:pPr>
            <a:r>
              <a:rPr lang="en-US"/>
              <a:t>Click to edit Master text styles</a:t>
            </a:r>
            <a:endParaRPr/>
          </a:p>
        </p:txBody>
      </p:sp>
      <p:sp>
        <p:nvSpPr>
          <p:cNvPr id="395894979" name="Content Placeholder 3"/>
          <p:cNvSpPr>
            <a:spLocks noGrp="1"/>
          </p:cNvSpPr>
          <p:nvPr>
            <p:ph sz="half" idx="2"/>
          </p:nvPr>
        </p:nvSpPr>
        <p:spPr bwMode="auto">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a:p>
        </p:txBody>
      </p:sp>
      <p:sp>
        <p:nvSpPr>
          <p:cNvPr id="1464961632" name="Text Placeholder 4"/>
          <p:cNvSpPr>
            <a:spLocks noGrp="1"/>
          </p:cNvSpPr>
          <p:nvPr>
            <p:ph type="body" sz="quarter" idx="3"/>
          </p:nvPr>
        </p:nvSpPr>
        <p:spPr bwMode="auto">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defRPr/>
            </a:pPr>
            <a:r>
              <a:rPr lang="en-US"/>
              <a:t>Click to edit Master text styles</a:t>
            </a:r>
            <a:endParaRPr/>
          </a:p>
        </p:txBody>
      </p:sp>
      <p:sp>
        <p:nvSpPr>
          <p:cNvPr id="1736069995" name="Content Placeholder 5"/>
          <p:cNvSpPr>
            <a:spLocks noGrp="1"/>
          </p:cNvSpPr>
          <p:nvPr>
            <p:ph sz="quarter" idx="4"/>
          </p:nvPr>
        </p:nvSpPr>
        <p:spPr bwMode="auto">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a:p>
        </p:txBody>
      </p:sp>
      <p:sp>
        <p:nvSpPr>
          <p:cNvPr id="124013075" name="Date Placeholder 6"/>
          <p:cNvSpPr>
            <a:spLocks noGrp="1"/>
          </p:cNvSpPr>
          <p:nvPr>
            <p:ph type="dt" sz="half" idx="10"/>
          </p:nvPr>
        </p:nvSpPr>
        <p:spPr bwMode="auto"/>
        <p:txBody>
          <a:bodyPr/>
          <a:lstStyle/>
          <a:p>
            <a:pPr>
              <a:defRPr/>
            </a:pPr>
            <a:fld id="{875161A3-B757-4210-8554-6B2250A4A5D7}" type="datetime1">
              <a:rPr lang="en-US"/>
              <a:t>1/4/2026</a:t>
            </a:fld>
            <a:endParaRPr lang="en-US"/>
          </a:p>
        </p:txBody>
      </p:sp>
      <p:sp>
        <p:nvSpPr>
          <p:cNvPr id="382299725" name="Footer Placeholder 7"/>
          <p:cNvSpPr>
            <a:spLocks noGrp="1"/>
          </p:cNvSpPr>
          <p:nvPr>
            <p:ph type="ftr" sz="quarter" idx="11"/>
          </p:nvPr>
        </p:nvSpPr>
        <p:spPr bwMode="auto"/>
        <p:txBody>
          <a:bodyPr/>
          <a:lstStyle/>
          <a:p>
            <a:pPr>
              <a:defRPr/>
            </a:pPr>
            <a:endParaRPr lang="en-US"/>
          </a:p>
        </p:txBody>
      </p:sp>
      <p:sp>
        <p:nvSpPr>
          <p:cNvPr id="666463813" name="Slide Number Placeholder 8"/>
          <p:cNvSpPr>
            <a:spLocks noGrp="1"/>
          </p:cNvSpPr>
          <p:nvPr>
            <p:ph type="sldNum" sz="quarter" idx="12"/>
          </p:nvPr>
        </p:nvSpPr>
        <p:spPr bwMode="auto"/>
        <p:txBody>
          <a:bodyPr/>
          <a:lstStyle/>
          <a:p>
            <a:pPr>
              <a:defRPr/>
            </a:pPr>
            <a:fld id="{3201EAB7-4B8F-4B70-B0ED-2782ACD77B02}" type="slidenum">
              <a:rPr lang="en-US"/>
              <a:t>‹#›</a:t>
            </a:fld>
            <a:endParaRPr lang="en-US"/>
          </a:p>
        </p:txBody>
      </p:sp>
    </p:spTree>
  </p:cSld>
  <p:clrMapOvr>
    <a:masterClrMapping/>
  </p:clrMapOvr>
  <p:hf dt="0" ftr="0" hdr="0" sldNum="1"/>
</p:sldLayout>
</file>

<file path=ppt/slideLayouts/slideLayout6.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titleOnly" userDrawn="1">
  <p:cSld name="Title Only">
    <p:spTree>
      <p:nvGrpSpPr>
        <p:cNvPr id="1" name=""/>
        <p:cNvGrpSpPr/>
        <p:nvPr/>
      </p:nvGrpSpPr>
      <p:grpSpPr bwMode="auto">
        <a:xfrm>
          <a:off x="0" y="0"/>
          <a:ext cx="0" cy="0"/>
          <a:chOff x="0" y="0"/>
          <a:chExt cx="0" cy="0"/>
        </a:xfrm>
      </p:grpSpPr>
      <p:sp>
        <p:nvSpPr>
          <p:cNvPr id="242239017" name="Title 1"/>
          <p:cNvSpPr>
            <a:spLocks noGrp="1"/>
          </p:cNvSpPr>
          <p:nvPr>
            <p:ph type="title"/>
          </p:nvPr>
        </p:nvSpPr>
        <p:spPr bwMode="auto"/>
        <p:txBody>
          <a:bodyPr/>
          <a:lstStyle/>
          <a:p>
            <a:pPr>
              <a:defRPr/>
            </a:pPr>
            <a:r>
              <a:rPr lang="en-US"/>
              <a:t>Click to edit Master title style</a:t>
            </a:r>
            <a:endParaRPr/>
          </a:p>
        </p:txBody>
      </p:sp>
      <p:sp>
        <p:nvSpPr>
          <p:cNvPr id="88364068" name="Date Placeholder 2"/>
          <p:cNvSpPr>
            <a:spLocks noGrp="1"/>
          </p:cNvSpPr>
          <p:nvPr>
            <p:ph type="dt" sz="half" idx="10"/>
          </p:nvPr>
        </p:nvSpPr>
        <p:spPr bwMode="auto"/>
        <p:txBody>
          <a:bodyPr/>
          <a:lstStyle/>
          <a:p>
            <a:pPr>
              <a:defRPr/>
            </a:pPr>
            <a:fld id="{875161A3-B757-4210-8554-6B2250A4A5D7}" type="datetime1">
              <a:rPr lang="en-US"/>
              <a:t>1/4/2026</a:t>
            </a:fld>
            <a:endParaRPr lang="en-US"/>
          </a:p>
        </p:txBody>
      </p:sp>
      <p:sp>
        <p:nvSpPr>
          <p:cNvPr id="931068637" name="Footer Placeholder 3"/>
          <p:cNvSpPr>
            <a:spLocks noGrp="1"/>
          </p:cNvSpPr>
          <p:nvPr>
            <p:ph type="ftr" sz="quarter" idx="11"/>
          </p:nvPr>
        </p:nvSpPr>
        <p:spPr bwMode="auto"/>
        <p:txBody>
          <a:bodyPr/>
          <a:lstStyle/>
          <a:p>
            <a:pPr>
              <a:defRPr/>
            </a:pPr>
            <a:endParaRPr lang="en-US"/>
          </a:p>
        </p:txBody>
      </p:sp>
      <p:sp>
        <p:nvSpPr>
          <p:cNvPr id="1013429419" name="Slide Number Placeholder 4"/>
          <p:cNvSpPr>
            <a:spLocks noGrp="1"/>
          </p:cNvSpPr>
          <p:nvPr>
            <p:ph type="sldNum" sz="quarter" idx="12"/>
          </p:nvPr>
        </p:nvSpPr>
        <p:spPr bwMode="auto"/>
        <p:txBody>
          <a:bodyPr/>
          <a:lstStyle/>
          <a:p>
            <a:pPr>
              <a:defRPr/>
            </a:pPr>
            <a:fld id="{3201EAB7-4B8F-4B70-B0ED-2782ACD77B02}" type="slidenum">
              <a:rPr lang="en-US"/>
              <a:t>‹#›</a:t>
            </a:fld>
            <a:endParaRPr lang="en-US"/>
          </a:p>
        </p:txBody>
      </p:sp>
    </p:spTree>
  </p:cSld>
  <p:clrMapOvr>
    <a:masterClrMapping/>
  </p:clrMapOvr>
  <p:hf dt="0" ftr="0" hdr="0" sldNum="1"/>
</p:sldLayout>
</file>

<file path=ppt/slideLayouts/slideLayout7.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blank" userDrawn="1">
  <p:cSld name="Blank">
    <p:spTree>
      <p:nvGrpSpPr>
        <p:cNvPr id="1" name=""/>
        <p:cNvGrpSpPr/>
        <p:nvPr/>
      </p:nvGrpSpPr>
      <p:grpSpPr bwMode="auto">
        <a:xfrm>
          <a:off x="0" y="0"/>
          <a:ext cx="0" cy="0"/>
          <a:chOff x="0" y="0"/>
          <a:chExt cx="0" cy="0"/>
        </a:xfrm>
      </p:grpSpPr>
      <p:sp>
        <p:nvSpPr>
          <p:cNvPr id="2104937527" name="Date Placeholder 1"/>
          <p:cNvSpPr>
            <a:spLocks noGrp="1"/>
          </p:cNvSpPr>
          <p:nvPr>
            <p:ph type="dt" sz="half" idx="10"/>
          </p:nvPr>
        </p:nvSpPr>
        <p:spPr bwMode="auto"/>
        <p:txBody>
          <a:bodyPr/>
          <a:lstStyle/>
          <a:p>
            <a:pPr>
              <a:defRPr/>
            </a:pPr>
            <a:fld id="{875161A3-B757-4210-8554-6B2250A4A5D7}" type="datetime1">
              <a:rPr lang="en-US"/>
              <a:t>1/4/2026</a:t>
            </a:fld>
            <a:endParaRPr lang="en-US"/>
          </a:p>
        </p:txBody>
      </p:sp>
      <p:sp>
        <p:nvSpPr>
          <p:cNvPr id="1843798248" name="Footer Placeholder 2"/>
          <p:cNvSpPr>
            <a:spLocks noGrp="1"/>
          </p:cNvSpPr>
          <p:nvPr>
            <p:ph type="ftr" sz="quarter" idx="11"/>
          </p:nvPr>
        </p:nvSpPr>
        <p:spPr bwMode="auto"/>
        <p:txBody>
          <a:bodyPr/>
          <a:lstStyle/>
          <a:p>
            <a:pPr>
              <a:defRPr/>
            </a:pPr>
            <a:endParaRPr lang="en-US"/>
          </a:p>
        </p:txBody>
      </p:sp>
      <p:sp>
        <p:nvSpPr>
          <p:cNvPr id="1361016943" name="Slide Number Placeholder 3"/>
          <p:cNvSpPr>
            <a:spLocks noGrp="1"/>
          </p:cNvSpPr>
          <p:nvPr>
            <p:ph type="sldNum" sz="quarter" idx="12"/>
          </p:nvPr>
        </p:nvSpPr>
        <p:spPr bwMode="auto"/>
        <p:txBody>
          <a:bodyPr/>
          <a:lstStyle/>
          <a:p>
            <a:pPr>
              <a:defRPr/>
            </a:pPr>
            <a:fld id="{3201EAB7-4B8F-4B70-B0ED-2782ACD77B02}" type="slidenum">
              <a:rPr lang="en-US"/>
              <a:t>‹#›</a:t>
            </a:fld>
            <a:endParaRPr lang="en-US"/>
          </a:p>
        </p:txBody>
      </p:sp>
    </p:spTree>
  </p:cSld>
  <p:clrMapOvr>
    <a:masterClrMapping/>
  </p:clrMapOvr>
  <p:hf dt="0" ftr="0" hdr="0" sldNum="1"/>
</p:sldLayout>
</file>

<file path=ppt/slideLayouts/slideLayout8.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objTx" userDrawn="1">
  <p:cSld name="Content with Caption">
    <p:spTree>
      <p:nvGrpSpPr>
        <p:cNvPr id="1" name=""/>
        <p:cNvGrpSpPr/>
        <p:nvPr/>
      </p:nvGrpSpPr>
      <p:grpSpPr bwMode="auto">
        <a:xfrm>
          <a:off x="0" y="0"/>
          <a:ext cx="0" cy="0"/>
          <a:chOff x="0" y="0"/>
          <a:chExt cx="0" cy="0"/>
        </a:xfrm>
      </p:grpSpPr>
      <p:sp>
        <p:nvSpPr>
          <p:cNvPr id="1040618775" name="Title 1"/>
          <p:cNvSpPr>
            <a:spLocks noGrp="1"/>
          </p:cNvSpPr>
          <p:nvPr>
            <p:ph type="title"/>
          </p:nvPr>
        </p:nvSpPr>
        <p:spPr bwMode="auto">
          <a:xfrm>
            <a:off x="609601" y="273050"/>
            <a:ext cx="4011084" cy="1162050"/>
          </a:xfrm>
        </p:spPr>
        <p:txBody>
          <a:bodyPr anchor="b"/>
          <a:lstStyle>
            <a:lvl1pPr algn="l">
              <a:defRPr sz="2000" b="1"/>
            </a:lvl1pPr>
          </a:lstStyle>
          <a:p>
            <a:pPr>
              <a:defRPr/>
            </a:pPr>
            <a:r>
              <a:rPr lang="en-US"/>
              <a:t>Click to edit Master title style</a:t>
            </a:r>
            <a:endParaRPr/>
          </a:p>
        </p:txBody>
      </p:sp>
      <p:sp>
        <p:nvSpPr>
          <p:cNvPr id="1955165342" name="Content Placeholder 2"/>
          <p:cNvSpPr>
            <a:spLocks noGrp="1"/>
          </p:cNvSpPr>
          <p:nvPr>
            <p:ph idx="1"/>
          </p:nvPr>
        </p:nvSpPr>
        <p:spPr bwMode="auto">
          <a:xfrm>
            <a:off x="4766732"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a:p>
        </p:txBody>
      </p:sp>
      <p:sp>
        <p:nvSpPr>
          <p:cNvPr id="1507022967" name="Text Placeholder 3"/>
          <p:cNvSpPr>
            <a:spLocks noGrp="1"/>
          </p:cNvSpPr>
          <p:nvPr>
            <p:ph type="body" sz="half" idx="2"/>
          </p:nvPr>
        </p:nvSpPr>
        <p:spPr bwMode="auto">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defRPr/>
            </a:pPr>
            <a:r>
              <a:rPr lang="en-US"/>
              <a:t>Click to edit Master text styles</a:t>
            </a:r>
            <a:endParaRPr/>
          </a:p>
        </p:txBody>
      </p:sp>
      <p:sp>
        <p:nvSpPr>
          <p:cNvPr id="1595370476" name="Date Placeholder 4"/>
          <p:cNvSpPr>
            <a:spLocks noGrp="1"/>
          </p:cNvSpPr>
          <p:nvPr>
            <p:ph type="dt" sz="half" idx="10"/>
          </p:nvPr>
        </p:nvSpPr>
        <p:spPr bwMode="auto"/>
        <p:txBody>
          <a:bodyPr/>
          <a:lstStyle/>
          <a:p>
            <a:pPr>
              <a:defRPr/>
            </a:pPr>
            <a:fld id="{875161A3-B757-4210-8554-6B2250A4A5D7}" type="datetime1">
              <a:rPr lang="en-US"/>
              <a:t>1/4/2026</a:t>
            </a:fld>
            <a:endParaRPr lang="en-US"/>
          </a:p>
        </p:txBody>
      </p:sp>
      <p:sp>
        <p:nvSpPr>
          <p:cNvPr id="1123533603" name="Footer Placeholder 5"/>
          <p:cNvSpPr>
            <a:spLocks noGrp="1"/>
          </p:cNvSpPr>
          <p:nvPr>
            <p:ph type="ftr" sz="quarter" idx="11"/>
          </p:nvPr>
        </p:nvSpPr>
        <p:spPr bwMode="auto"/>
        <p:txBody>
          <a:bodyPr/>
          <a:lstStyle/>
          <a:p>
            <a:pPr>
              <a:defRPr/>
            </a:pPr>
            <a:endParaRPr lang="en-US"/>
          </a:p>
        </p:txBody>
      </p:sp>
      <p:sp>
        <p:nvSpPr>
          <p:cNvPr id="794030835" name="Slide Number Placeholder 6"/>
          <p:cNvSpPr>
            <a:spLocks noGrp="1"/>
          </p:cNvSpPr>
          <p:nvPr>
            <p:ph type="sldNum" sz="quarter" idx="12"/>
          </p:nvPr>
        </p:nvSpPr>
        <p:spPr bwMode="auto"/>
        <p:txBody>
          <a:bodyPr/>
          <a:lstStyle/>
          <a:p>
            <a:pPr>
              <a:defRPr/>
            </a:pPr>
            <a:fld id="{3201EAB7-4B8F-4B70-B0ED-2782ACD77B02}" type="slidenum">
              <a:rPr lang="en-US"/>
              <a:t>‹#›</a:t>
            </a:fld>
            <a:endParaRPr lang="en-US"/>
          </a:p>
        </p:txBody>
      </p:sp>
    </p:spTree>
  </p:cSld>
  <p:clrMapOvr>
    <a:masterClrMapping/>
  </p:clrMapOvr>
  <p:hf dt="0" ftr="0" hdr="0" sldNum="1"/>
</p:sldLayout>
</file>

<file path=ppt/slideLayouts/slideLayout9.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picTx" userDrawn="1">
  <p:cSld name="Picture with Caption">
    <p:spTree>
      <p:nvGrpSpPr>
        <p:cNvPr id="1" name=""/>
        <p:cNvGrpSpPr/>
        <p:nvPr/>
      </p:nvGrpSpPr>
      <p:grpSpPr bwMode="auto">
        <a:xfrm>
          <a:off x="0" y="0"/>
          <a:ext cx="0" cy="0"/>
          <a:chOff x="0" y="0"/>
          <a:chExt cx="0" cy="0"/>
        </a:xfrm>
      </p:grpSpPr>
      <p:sp>
        <p:nvSpPr>
          <p:cNvPr id="1980765684" name="Title 1"/>
          <p:cNvSpPr>
            <a:spLocks noGrp="1"/>
          </p:cNvSpPr>
          <p:nvPr>
            <p:ph type="title"/>
          </p:nvPr>
        </p:nvSpPr>
        <p:spPr bwMode="auto">
          <a:xfrm>
            <a:off x="2389717" y="4800600"/>
            <a:ext cx="7315200" cy="566738"/>
          </a:xfrm>
        </p:spPr>
        <p:txBody>
          <a:bodyPr anchor="b"/>
          <a:lstStyle>
            <a:lvl1pPr algn="l">
              <a:defRPr sz="2000" b="1"/>
            </a:lvl1pPr>
          </a:lstStyle>
          <a:p>
            <a:pPr>
              <a:defRPr/>
            </a:pPr>
            <a:r>
              <a:rPr lang="en-US"/>
              <a:t>Click to edit Master title style</a:t>
            </a:r>
            <a:endParaRPr/>
          </a:p>
        </p:txBody>
      </p:sp>
      <p:sp>
        <p:nvSpPr>
          <p:cNvPr id="194291293" name="Picture Placeholder 2"/>
          <p:cNvSpPr>
            <a:spLocks noGrp="1"/>
          </p:cNvSpPr>
          <p:nvPr>
            <p:ph type="pic" idx="1"/>
          </p:nvPr>
        </p:nvSpPr>
        <p:spPr bwMode="auto">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a:defRPr/>
            </a:pPr>
            <a:r>
              <a:rPr lang="en-US"/>
              <a:t>Click icon to add picture</a:t>
            </a:r>
            <a:endParaRPr/>
          </a:p>
        </p:txBody>
      </p:sp>
      <p:sp>
        <p:nvSpPr>
          <p:cNvPr id="324771901" name="Text Placeholder 3"/>
          <p:cNvSpPr>
            <a:spLocks noGrp="1"/>
          </p:cNvSpPr>
          <p:nvPr>
            <p:ph type="body" sz="half" idx="2"/>
          </p:nvPr>
        </p:nvSpPr>
        <p:spPr bwMode="auto">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defRPr/>
            </a:pPr>
            <a:r>
              <a:rPr lang="en-US"/>
              <a:t>Click to edit Master text styles</a:t>
            </a:r>
            <a:endParaRPr/>
          </a:p>
        </p:txBody>
      </p:sp>
      <p:sp>
        <p:nvSpPr>
          <p:cNvPr id="943469026" name="Date Placeholder 4"/>
          <p:cNvSpPr>
            <a:spLocks noGrp="1"/>
          </p:cNvSpPr>
          <p:nvPr>
            <p:ph type="dt" sz="half" idx="10"/>
          </p:nvPr>
        </p:nvSpPr>
        <p:spPr bwMode="auto"/>
        <p:txBody>
          <a:bodyPr/>
          <a:lstStyle/>
          <a:p>
            <a:pPr>
              <a:defRPr/>
            </a:pPr>
            <a:fld id="{875161A3-B757-4210-8554-6B2250A4A5D7}" type="datetime1">
              <a:rPr lang="en-US"/>
              <a:t>1/4/2026</a:t>
            </a:fld>
            <a:endParaRPr lang="en-US"/>
          </a:p>
        </p:txBody>
      </p:sp>
      <p:sp>
        <p:nvSpPr>
          <p:cNvPr id="1868158750" name="Footer Placeholder 5"/>
          <p:cNvSpPr>
            <a:spLocks noGrp="1"/>
          </p:cNvSpPr>
          <p:nvPr>
            <p:ph type="ftr" sz="quarter" idx="11"/>
          </p:nvPr>
        </p:nvSpPr>
        <p:spPr bwMode="auto"/>
        <p:txBody>
          <a:bodyPr/>
          <a:lstStyle/>
          <a:p>
            <a:pPr>
              <a:defRPr/>
            </a:pPr>
            <a:endParaRPr lang="en-US"/>
          </a:p>
        </p:txBody>
      </p:sp>
      <p:sp>
        <p:nvSpPr>
          <p:cNvPr id="395903347" name="Slide Number Placeholder 6"/>
          <p:cNvSpPr>
            <a:spLocks noGrp="1"/>
          </p:cNvSpPr>
          <p:nvPr>
            <p:ph type="sldNum" sz="quarter" idx="12"/>
          </p:nvPr>
        </p:nvSpPr>
        <p:spPr bwMode="auto"/>
        <p:txBody>
          <a:bodyPr/>
          <a:lstStyle/>
          <a:p>
            <a:pPr>
              <a:defRPr/>
            </a:pPr>
            <a:fld id="{3201EAB7-4B8F-4B70-B0ED-2782ACD77B02}" type="slidenum">
              <a:rPr lang="en-US"/>
              <a:t>‹#›</a:t>
            </a:fld>
            <a:endParaRPr lang="en-US"/>
          </a:p>
        </p:txBody>
      </p:sp>
    </p:spTree>
  </p:cSld>
  <p:clrMapOvr>
    <a:masterClrMapping/>
  </p:clrMapOvr>
  <p:hf dt="0" ftr="0" hdr="0" sldNum="1"/>
</p:sldLayout>
</file>

<file path=ppt/slideLayouts/slideLayout10.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vertTx" userDrawn="1">
  <p:cSld name="Title and Vertical Text">
    <p:spTree>
      <p:nvGrpSpPr>
        <p:cNvPr id="1" name=""/>
        <p:cNvGrpSpPr/>
        <p:nvPr/>
      </p:nvGrpSpPr>
      <p:grpSpPr bwMode="auto">
        <a:xfrm>
          <a:off x="0" y="0"/>
          <a:ext cx="0" cy="0"/>
          <a:chOff x="0" y="0"/>
          <a:chExt cx="0" cy="0"/>
        </a:xfrm>
      </p:grpSpPr>
      <p:sp>
        <p:nvSpPr>
          <p:cNvPr id="1325973181" name="Title 1"/>
          <p:cNvSpPr>
            <a:spLocks noGrp="1"/>
          </p:cNvSpPr>
          <p:nvPr>
            <p:ph type="title"/>
          </p:nvPr>
        </p:nvSpPr>
        <p:spPr bwMode="auto"/>
        <p:txBody>
          <a:bodyPr/>
          <a:lstStyle/>
          <a:p>
            <a:pPr>
              <a:defRPr/>
            </a:pPr>
            <a:r>
              <a:rPr lang="en-US"/>
              <a:t>Click to edit Master title style</a:t>
            </a:r>
            <a:endParaRPr/>
          </a:p>
        </p:txBody>
      </p:sp>
      <p:sp>
        <p:nvSpPr>
          <p:cNvPr id="793840748" name="Vertical Text Placeholder 2"/>
          <p:cNvSpPr>
            <a:spLocks noGrp="1"/>
          </p:cNvSpPr>
          <p:nvPr>
            <p:ph type="body" orient="vert" idx="1"/>
          </p:nvPr>
        </p:nvSpPr>
        <p:spPr bwMode="auto"/>
        <p:txBody>
          <a:bodyPr vert="eaVert"/>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a:p>
        </p:txBody>
      </p:sp>
      <p:sp>
        <p:nvSpPr>
          <p:cNvPr id="490684552" name="Date Placeholder 3"/>
          <p:cNvSpPr>
            <a:spLocks noGrp="1"/>
          </p:cNvSpPr>
          <p:nvPr>
            <p:ph type="dt" sz="half" idx="10"/>
          </p:nvPr>
        </p:nvSpPr>
        <p:spPr bwMode="auto"/>
        <p:txBody>
          <a:bodyPr/>
          <a:lstStyle/>
          <a:p>
            <a:pPr>
              <a:defRPr/>
            </a:pPr>
            <a:fld id="{875161A3-B757-4210-8554-6B2250A4A5D7}" type="datetime1">
              <a:rPr lang="en-US"/>
              <a:t>1/4/2026</a:t>
            </a:fld>
            <a:endParaRPr lang="en-US"/>
          </a:p>
        </p:txBody>
      </p:sp>
      <p:sp>
        <p:nvSpPr>
          <p:cNvPr id="1040675030" name="Footer Placeholder 4"/>
          <p:cNvSpPr>
            <a:spLocks noGrp="1"/>
          </p:cNvSpPr>
          <p:nvPr>
            <p:ph type="ftr" sz="quarter" idx="11"/>
          </p:nvPr>
        </p:nvSpPr>
        <p:spPr bwMode="auto"/>
        <p:txBody>
          <a:bodyPr/>
          <a:lstStyle/>
          <a:p>
            <a:pPr>
              <a:defRPr/>
            </a:pPr>
            <a:endParaRPr lang="en-US"/>
          </a:p>
        </p:txBody>
      </p:sp>
      <p:sp>
        <p:nvSpPr>
          <p:cNvPr id="700939202" name="Slide Number Placeholder 5"/>
          <p:cNvSpPr>
            <a:spLocks noGrp="1"/>
          </p:cNvSpPr>
          <p:nvPr>
            <p:ph type="sldNum" sz="quarter" idx="12"/>
          </p:nvPr>
        </p:nvSpPr>
        <p:spPr bwMode="auto"/>
        <p:txBody>
          <a:bodyPr/>
          <a:lstStyle/>
          <a:p>
            <a:pPr>
              <a:defRPr/>
            </a:pPr>
            <a:fld id="{3201EAB7-4B8F-4B70-B0ED-2782ACD77B02}" type="slidenum">
              <a:rPr lang="en-US"/>
              <a:t>‹#›</a:t>
            </a:fld>
            <a:endParaRPr lang="en-US"/>
          </a:p>
        </p:txBody>
      </p:sp>
    </p:spTree>
  </p:cSld>
  <p:clrMapOvr>
    <a:masterClrMapping/>
  </p:clrMapOvr>
  <p:hf dt="0" ftr="0" hdr="0" sldNum="1"/>
</p:sldLayout>
</file>

<file path=ppt/slideLayouts/slideLayout11.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vertTitleAndTx" userDrawn="1">
  <p:cSld name="Vertical Title and Text">
    <p:spTree>
      <p:nvGrpSpPr>
        <p:cNvPr id="1" name=""/>
        <p:cNvGrpSpPr/>
        <p:nvPr/>
      </p:nvGrpSpPr>
      <p:grpSpPr bwMode="auto">
        <a:xfrm>
          <a:off x="0" y="0"/>
          <a:ext cx="0" cy="0"/>
          <a:chOff x="0" y="0"/>
          <a:chExt cx="0" cy="0"/>
        </a:xfrm>
      </p:grpSpPr>
      <p:sp>
        <p:nvSpPr>
          <p:cNvPr id="570771151" name="Vertical Title 1"/>
          <p:cNvSpPr>
            <a:spLocks noGrp="1"/>
          </p:cNvSpPr>
          <p:nvPr>
            <p:ph type="title" orient="vert"/>
          </p:nvPr>
        </p:nvSpPr>
        <p:spPr bwMode="auto">
          <a:xfrm>
            <a:off x="8839200" y="274639"/>
            <a:ext cx="2743200" cy="5851525"/>
          </a:xfrm>
        </p:spPr>
        <p:txBody>
          <a:bodyPr vert="eaVert"/>
          <a:lstStyle/>
          <a:p>
            <a:pPr>
              <a:defRPr/>
            </a:pPr>
            <a:r>
              <a:rPr lang="en-US"/>
              <a:t>Click to edit Master title style</a:t>
            </a:r>
            <a:endParaRPr/>
          </a:p>
        </p:txBody>
      </p:sp>
      <p:sp>
        <p:nvSpPr>
          <p:cNvPr id="1180518729" name="Vertical Text Placeholder 2"/>
          <p:cNvSpPr>
            <a:spLocks noGrp="1"/>
          </p:cNvSpPr>
          <p:nvPr>
            <p:ph type="body" orient="vert" idx="1"/>
          </p:nvPr>
        </p:nvSpPr>
        <p:spPr bwMode="auto">
          <a:xfrm>
            <a:off x="609600" y="274639"/>
            <a:ext cx="8026400" cy="5851525"/>
          </a:xfrm>
        </p:spPr>
        <p:txBody>
          <a:bodyPr vert="eaVert"/>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a:p>
        </p:txBody>
      </p:sp>
      <p:sp>
        <p:nvSpPr>
          <p:cNvPr id="700725385" name="Date Placeholder 3"/>
          <p:cNvSpPr>
            <a:spLocks noGrp="1"/>
          </p:cNvSpPr>
          <p:nvPr>
            <p:ph type="dt" sz="half" idx="10"/>
          </p:nvPr>
        </p:nvSpPr>
        <p:spPr bwMode="auto"/>
        <p:txBody>
          <a:bodyPr/>
          <a:lstStyle/>
          <a:p>
            <a:pPr>
              <a:defRPr/>
            </a:pPr>
            <a:fld id="{875161A3-B757-4210-8554-6B2250A4A5D7}" type="datetime1">
              <a:rPr lang="en-US"/>
              <a:t>1/4/2026</a:t>
            </a:fld>
            <a:endParaRPr lang="en-US"/>
          </a:p>
        </p:txBody>
      </p:sp>
      <p:sp>
        <p:nvSpPr>
          <p:cNvPr id="722288072" name="Footer Placeholder 4"/>
          <p:cNvSpPr>
            <a:spLocks noGrp="1"/>
          </p:cNvSpPr>
          <p:nvPr>
            <p:ph type="ftr" sz="quarter" idx="11"/>
          </p:nvPr>
        </p:nvSpPr>
        <p:spPr bwMode="auto"/>
        <p:txBody>
          <a:bodyPr/>
          <a:lstStyle/>
          <a:p>
            <a:pPr>
              <a:defRPr/>
            </a:pPr>
            <a:endParaRPr lang="en-US"/>
          </a:p>
        </p:txBody>
      </p:sp>
      <p:sp>
        <p:nvSpPr>
          <p:cNvPr id="2074351769" name="Slide Number Placeholder 5"/>
          <p:cNvSpPr>
            <a:spLocks noGrp="1"/>
          </p:cNvSpPr>
          <p:nvPr>
            <p:ph type="sldNum" sz="quarter" idx="12"/>
          </p:nvPr>
        </p:nvSpPr>
        <p:spPr bwMode="auto"/>
        <p:txBody>
          <a:bodyPr/>
          <a:lstStyle/>
          <a:p>
            <a:pPr>
              <a:defRPr/>
            </a:pPr>
            <a:fld id="{3201EAB7-4B8F-4B70-B0ED-2782ACD77B02}" type="slidenum">
              <a:rPr lang="en-US"/>
              <a:t>‹#›</a:t>
            </a:fld>
            <a:endParaRPr lang="en-US"/>
          </a:p>
        </p:txBody>
      </p:sp>
    </p:spTree>
  </p:cSld>
  <p:clrMapOvr>
    <a:masterClrMapping/>
  </p:clrMapOvr>
  <p:hf dt="0" ftr="0" hdr="0" sldNum="1"/>
</p:sldLayout>
</file>

<file path=ppt/slideLayouts/slideLayout12.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0" showMasterPhAnim="0" showMasterSp="1" userDrawn="1">
  <p:cSld name="Custom Layout">
    <p:spTree>
      <p:nvGrpSpPr>
        <p:cNvPr id="1" name=""/>
        <p:cNvGrpSpPr/>
        <p:nvPr/>
      </p:nvGrpSpPr>
      <p:grpSpPr bwMode="auto">
        <a:xfrm>
          <a:off x="0" y="0"/>
          <a:ext cx="0" cy="0"/>
          <a:chOff x="0" y="0"/>
          <a:chExt cx="0" cy="0"/>
        </a:xfrm>
      </p:grpSpPr>
      <p:sp>
        <p:nvSpPr>
          <p:cNvPr id="322681534" name="Rectangle 5"/>
          <p:cNvSpPr/>
          <p:nvPr/>
        </p:nvSpPr>
        <p:spPr bwMode="auto">
          <a:xfrm>
            <a:off x="0" y="0"/>
            <a:ext cx="12192000" cy="2286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spcBef>
                <a:spcPts val="0"/>
              </a:spcBef>
              <a:spcAft>
                <a:spcPts val="0"/>
              </a:spcAft>
              <a:defRPr/>
            </a:pPr>
            <a:endParaRPr lang="en-US"/>
          </a:p>
        </p:txBody>
      </p:sp>
      <p:sp>
        <p:nvSpPr>
          <p:cNvPr id="1465457308" name="Title 1"/>
          <p:cNvSpPr>
            <a:spLocks noGrp="1"/>
          </p:cNvSpPr>
          <p:nvPr>
            <p:ph type="title"/>
          </p:nvPr>
        </p:nvSpPr>
        <p:spPr bwMode="auto"/>
        <p:txBody>
          <a:bodyPr/>
          <a:lstStyle>
            <a:lvl1pPr>
              <a:defRPr b="1">
                <a:solidFill>
                  <a:schemeClr val="accent1">
                    <a:lumMod val="75000"/>
                  </a:schemeClr>
                </a:solidFill>
              </a:defRPr>
            </a:lvl1pPr>
          </a:lstStyle>
          <a:p>
            <a:pPr>
              <a:defRPr/>
            </a:pPr>
            <a:r>
              <a:rPr lang="en-US"/>
              <a:t>Click to edit Master title style</a:t>
            </a:r>
            <a:endParaRPr lang="en-US"/>
          </a:p>
        </p:txBody>
      </p:sp>
      <p:sp>
        <p:nvSpPr>
          <p:cNvPr id="855254303" name="Content Placeholder 8"/>
          <p:cNvSpPr>
            <a:spLocks noGrp="1"/>
          </p:cNvSpPr>
          <p:nvPr>
            <p:ph sz="quarter" idx="13"/>
          </p:nvPr>
        </p:nvSpPr>
        <p:spPr bwMode="auto">
          <a:xfrm>
            <a:off x="609600" y="1676400"/>
            <a:ext cx="10972800" cy="3962400"/>
          </a:xfrm>
        </p:spPr>
        <p:txBody>
          <a:bodyPr/>
          <a:lstStyle>
            <a:lvl1pPr>
              <a:defRPr>
                <a:solidFill>
                  <a:schemeClr val="accent1">
                    <a:lumMod val="75000"/>
                  </a:schemeClr>
                </a:solidFill>
              </a:defRPr>
            </a:lvl1pPr>
            <a:lvl2pPr>
              <a:defRPr>
                <a:solidFill>
                  <a:schemeClr val="accent5">
                    <a:lumMod val="75000"/>
                  </a:schemeClr>
                </a:solidFill>
              </a:defRPr>
            </a:lvl2pPr>
            <a:lvl3pPr>
              <a:defRPr>
                <a:solidFill>
                  <a:schemeClr val="accent2">
                    <a:lumMod val="75000"/>
                  </a:schemeClr>
                </a:solidFill>
              </a:defRPr>
            </a:lvl3pPr>
            <a:lvl4pPr>
              <a:defRPr>
                <a:solidFill>
                  <a:schemeClr val="accent6">
                    <a:lumMod val="75000"/>
                  </a:schemeClr>
                </a:solidFill>
              </a:defRPr>
            </a:lvl4p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en-US"/>
          </a:p>
        </p:txBody>
      </p:sp>
      <p:sp>
        <p:nvSpPr>
          <p:cNvPr id="957984997" name="Date Placeholder 2"/>
          <p:cNvSpPr>
            <a:spLocks noGrp="1"/>
          </p:cNvSpPr>
          <p:nvPr>
            <p:ph type="dt" sz="half" idx="14"/>
          </p:nvPr>
        </p:nvSpPr>
        <p:spPr bwMode="auto"/>
        <p:txBody>
          <a:bodyPr/>
          <a:lstStyle>
            <a:lvl1pPr>
              <a:defRPr/>
            </a:lvl1pPr>
          </a:lstStyle>
          <a:p>
            <a:pPr>
              <a:defRPr/>
            </a:pPr>
            <a:fld id="{277AD9AE-DAF0-4070-950A-9E3660EBE497}" type="datetime1">
              <a:rPr lang="en-US"/>
              <a:t>1/4/2026</a:t>
            </a:fld>
            <a:endParaRPr lang="en-US"/>
          </a:p>
        </p:txBody>
      </p:sp>
      <p:sp>
        <p:nvSpPr>
          <p:cNvPr id="1715319405" name="Footer Placeholder 3"/>
          <p:cNvSpPr>
            <a:spLocks noGrp="1"/>
          </p:cNvSpPr>
          <p:nvPr>
            <p:ph type="ftr" sz="quarter" idx="15"/>
          </p:nvPr>
        </p:nvSpPr>
        <p:spPr bwMode="auto"/>
        <p:txBody>
          <a:bodyPr/>
          <a:lstStyle>
            <a:lvl1pPr>
              <a:defRPr/>
            </a:lvl1pPr>
          </a:lstStyle>
          <a:p>
            <a:pPr>
              <a:defRPr/>
            </a:pPr>
            <a:endParaRPr lang="en-US"/>
          </a:p>
        </p:txBody>
      </p:sp>
      <p:sp>
        <p:nvSpPr>
          <p:cNvPr id="377951298" name="Slide Number Placeholder 4"/>
          <p:cNvSpPr>
            <a:spLocks noGrp="1"/>
          </p:cNvSpPr>
          <p:nvPr>
            <p:ph type="sldNum" sz="quarter" idx="16"/>
          </p:nvPr>
        </p:nvSpPr>
        <p:spPr bwMode="auto"/>
        <p:txBody>
          <a:bodyPr/>
          <a:lstStyle>
            <a:lvl1pPr>
              <a:defRPr/>
            </a:lvl1pPr>
          </a:lstStyle>
          <a:p>
            <a:pPr>
              <a:defRPr/>
            </a:pPr>
            <a:fld id="{4CD333A3-7515-47B8-9EDC-EE0892D9C861}" type="slidenum">
              <a:rPr lang="en-US"/>
              <a:t>‹#›</a:t>
            </a:fld>
            <a:endParaRPr lang="en-US"/>
          </a:p>
        </p:txBody>
      </p:sp>
      <p:pic>
        <p:nvPicPr>
          <p:cNvPr id="749670709" name="Picture 1"/>
          <p:cNvPicPr>
            <a:picLocks noChangeAspect="1" noChangeArrowheads="1"/>
          </p:cNvPicPr>
          <p:nvPr userDrawn="1"/>
        </p:nvPicPr>
        <p:blipFill rotWithShape="1">
          <a:blip r:embed="rId2">
            <a:extLst>
              <a:ext uri="{96DAC541-7B7A-43D3-8B79-37D633B846F1}">
                <asvg:svgBlip xmlns:asvg="http://schemas.microsoft.com/office/drawing/2016/SVG/main" r:embed="rId3"/>
              </a:ext>
            </a:extLst>
          </a:blip>
          <a:stretch/>
        </p:blipFill>
        <p:spPr bwMode="auto">
          <a:xfrm>
            <a:off x="609600" y="6356351"/>
            <a:ext cx="1538817" cy="471487"/>
          </a:xfrm>
          <a:prstGeom prst="rect">
            <a:avLst/>
          </a:prstGeom>
          <a:noFill/>
          <a:ln w="9525">
            <a:noFill/>
            <a:miter lim="800000"/>
            <a:headEnd/>
            <a:tailEnd/>
          </a:ln>
        </p:spPr>
      </p:pic>
      <p:sp>
        <p:nvSpPr>
          <p:cNvPr id="397508491" name="Rectangle 11"/>
          <p:cNvSpPr/>
          <p:nvPr userDrawn="1"/>
        </p:nvSpPr>
        <p:spPr bwMode="auto">
          <a:xfrm>
            <a:off x="2336801" y="6356351"/>
            <a:ext cx="9842500" cy="46525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r">
              <a:spcBef>
                <a:spcPts val="0"/>
              </a:spcBef>
              <a:spcAft>
                <a:spcPts val="0"/>
              </a:spcAft>
              <a:defRPr/>
            </a:pPr>
            <a:r>
              <a:rPr lang="en-US" sz="2000" b="1"/>
              <a:t>B.Sc. Pre-Defense</a:t>
            </a:r>
            <a:endParaRPr lang="en-US" b="1"/>
          </a:p>
        </p:txBody>
      </p:sp>
      <p:sp>
        <p:nvSpPr>
          <p:cNvPr id="642888508" name="Rectangle 12"/>
          <p:cNvSpPr/>
          <p:nvPr userDrawn="1"/>
        </p:nvSpPr>
        <p:spPr bwMode="auto">
          <a:xfrm>
            <a:off x="0" y="0"/>
            <a:ext cx="12192000" cy="2286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spcBef>
                <a:spcPts val="0"/>
              </a:spcBef>
              <a:spcAft>
                <a:spcPts val="0"/>
              </a:spcAft>
              <a:defRPr/>
            </a:pPr>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0" showMasterPhAnim="0" showMasterSp="1" userDrawn="1">
  <p:cSld name="1_Title Slide">
    <p:spTree>
      <p:nvGrpSpPr>
        <p:cNvPr id="1" name=""/>
        <p:cNvGrpSpPr/>
        <p:nvPr/>
      </p:nvGrpSpPr>
      <p:grpSpPr bwMode="auto">
        <a:xfrm>
          <a:off x="0" y="0"/>
          <a:ext cx="0" cy="0"/>
          <a:chOff x="0" y="0"/>
          <a:chExt cx="0" cy="0"/>
        </a:xfrm>
      </p:grpSpPr>
      <p:sp>
        <p:nvSpPr>
          <p:cNvPr id="645897787" name="Rectangle 4"/>
          <p:cNvSpPr/>
          <p:nvPr userDrawn="1"/>
        </p:nvSpPr>
        <p:spPr bwMode="auto">
          <a:xfrm>
            <a:off x="3759200" y="0"/>
            <a:ext cx="8432800" cy="685800"/>
          </a:xfrm>
          <a:prstGeom prst="rect">
            <a:avLst/>
          </a:prstGeom>
          <a:solidFill>
            <a:schemeClr val="accent5">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r">
              <a:spcBef>
                <a:spcPts val="0"/>
              </a:spcBef>
              <a:spcAft>
                <a:spcPts val="0"/>
              </a:spcAft>
              <a:defRPr/>
            </a:pPr>
            <a:r>
              <a:rPr lang="en-US" sz="2000" b="1"/>
              <a:t>B.Sc. Pre-Defense</a:t>
            </a:r>
            <a:endParaRPr lang="en-US" b="1"/>
          </a:p>
        </p:txBody>
      </p:sp>
      <p:pic>
        <p:nvPicPr>
          <p:cNvPr id="685867710" name="Picture 1"/>
          <p:cNvPicPr>
            <a:picLocks noChangeAspect="1" noChangeArrowheads="1"/>
          </p:cNvPicPr>
          <p:nvPr userDrawn="1"/>
        </p:nvPicPr>
        <p:blipFill rotWithShape="1">
          <a:blip r:embed="rId2"/>
          <a:stretch/>
        </p:blipFill>
        <p:spPr bwMode="auto">
          <a:xfrm>
            <a:off x="146051" y="76200"/>
            <a:ext cx="2444749" cy="685800"/>
          </a:xfrm>
          <a:prstGeom prst="rect">
            <a:avLst/>
          </a:prstGeom>
          <a:noFill/>
          <a:ln w="9525">
            <a:noFill/>
            <a:miter lim="800000"/>
            <a:headEnd/>
            <a:tailEnd/>
          </a:ln>
        </p:spPr>
      </p:pic>
      <p:sp>
        <p:nvSpPr>
          <p:cNvPr id="1600963853" name="Rectangle 6"/>
          <p:cNvSpPr/>
          <p:nvPr userDrawn="1"/>
        </p:nvSpPr>
        <p:spPr bwMode="auto">
          <a:xfrm>
            <a:off x="3555999" y="3271959"/>
            <a:ext cx="5080000" cy="533400"/>
          </a:xfrm>
          <a:prstGeom prst="rect">
            <a:avLst/>
          </a:prstGeom>
        </p:spPr>
        <p:style>
          <a:lnRef idx="3">
            <a:schemeClr val="lt1"/>
          </a:lnRef>
          <a:fillRef idx="1">
            <a:schemeClr val="accent1"/>
          </a:fillRef>
          <a:effectRef idx="1">
            <a:schemeClr val="accent1"/>
          </a:effectRef>
          <a:fontRef idx="minor">
            <a:schemeClr val="lt1"/>
          </a:fontRef>
        </p:style>
        <p:txBody>
          <a:bodyPr anchor="ctr"/>
          <a:lstStyle/>
          <a:p>
            <a:pPr algn="ctr">
              <a:spcBef>
                <a:spcPts val="0"/>
              </a:spcBef>
              <a:spcAft>
                <a:spcPts val="0"/>
              </a:spcAft>
              <a:defRPr/>
            </a:pPr>
            <a:r>
              <a:rPr lang="en-US" sz="2400" b="1"/>
              <a:t>Presented by</a:t>
            </a:r>
            <a:endParaRPr/>
          </a:p>
        </p:txBody>
      </p:sp>
      <p:sp>
        <p:nvSpPr>
          <p:cNvPr id="1147668778" name="Title 1"/>
          <p:cNvSpPr>
            <a:spLocks noGrp="1"/>
          </p:cNvSpPr>
          <p:nvPr>
            <p:ph type="ctrTitle"/>
          </p:nvPr>
        </p:nvSpPr>
        <p:spPr bwMode="auto">
          <a:xfrm>
            <a:off x="914400" y="1143000"/>
            <a:ext cx="10363200" cy="1752599"/>
          </a:xfrm>
        </p:spPr>
        <p:txBody>
          <a:bodyPr/>
          <a:lstStyle>
            <a:lvl1pPr>
              <a:defRPr b="1">
                <a:solidFill>
                  <a:schemeClr val="tx2">
                    <a:lumMod val="75000"/>
                  </a:schemeClr>
                </a:solidFill>
                <a:latin typeface="+mj-lt"/>
                <a:cs typeface="Times New Roman"/>
              </a:defRPr>
            </a:lvl1pPr>
          </a:lstStyle>
          <a:p>
            <a:pPr>
              <a:defRPr/>
            </a:pPr>
            <a:r>
              <a:rPr lang="en-US"/>
              <a:t>Click to edit Master title style</a:t>
            </a:r>
            <a:endParaRPr lang="en-US"/>
          </a:p>
        </p:txBody>
      </p:sp>
      <p:sp>
        <p:nvSpPr>
          <p:cNvPr id="1411283849" name="Subtitle 2"/>
          <p:cNvSpPr>
            <a:spLocks noGrp="1"/>
          </p:cNvSpPr>
          <p:nvPr>
            <p:ph type="subTitle" idx="1"/>
          </p:nvPr>
        </p:nvSpPr>
        <p:spPr bwMode="auto">
          <a:xfrm>
            <a:off x="3102706" y="3959471"/>
            <a:ext cx="5986585" cy="2209800"/>
          </a:xfrm>
        </p:spPr>
        <p:txBody>
          <a:bodyPr>
            <a:normAutofit/>
          </a:bodyPr>
          <a:lstStyle>
            <a:lvl1pPr marL="0" indent="0" algn="ctr">
              <a:buNone/>
              <a:defRPr sz="2700">
                <a:solidFill>
                  <a:schemeClr val="accent1">
                    <a:lumMod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pPr>
              <a:defRPr/>
            </a:pPr>
            <a:r>
              <a:rPr lang="en-US"/>
              <a:t>Click to edit Master subtitle style</a:t>
            </a:r>
            <a:endParaRPr lang="en-US"/>
          </a:p>
        </p:txBody>
      </p:sp>
      <p:sp>
        <p:nvSpPr>
          <p:cNvPr id="318580305" name="Date Placeholder 3"/>
          <p:cNvSpPr>
            <a:spLocks noGrp="1"/>
          </p:cNvSpPr>
          <p:nvPr>
            <p:ph type="dt" sz="half" idx="14"/>
          </p:nvPr>
        </p:nvSpPr>
        <p:spPr bwMode="auto"/>
        <p:txBody>
          <a:bodyPr/>
          <a:lstStyle>
            <a:lvl1pPr>
              <a:defRPr/>
            </a:lvl1pPr>
          </a:lstStyle>
          <a:p>
            <a:pPr>
              <a:defRPr/>
            </a:pPr>
            <a:fld id="{BCC254C3-6D07-4044-A98A-C7B9FCC216AA}" type="datetime1">
              <a:rPr lang="en-US"/>
              <a:t>1/4/2026</a:t>
            </a:fld>
            <a:endParaRPr lang="en-US"/>
          </a:p>
        </p:txBody>
      </p:sp>
      <p:sp>
        <p:nvSpPr>
          <p:cNvPr id="45337326" name="Footer Placeholder 4"/>
          <p:cNvSpPr>
            <a:spLocks noGrp="1"/>
          </p:cNvSpPr>
          <p:nvPr>
            <p:ph type="ftr" sz="quarter" idx="15"/>
          </p:nvPr>
        </p:nvSpPr>
        <p:spPr bwMode="auto"/>
        <p:txBody>
          <a:bodyPr/>
          <a:lstStyle>
            <a:lvl1pPr>
              <a:defRPr/>
            </a:lvl1pPr>
          </a:lstStyle>
          <a:p>
            <a:pPr>
              <a:defRPr/>
            </a:pPr>
            <a:endParaRPr lang="en-US"/>
          </a:p>
        </p:txBody>
      </p:sp>
      <p:sp>
        <p:nvSpPr>
          <p:cNvPr id="1944444156" name="Slide Number Placeholder 5"/>
          <p:cNvSpPr>
            <a:spLocks noGrp="1"/>
          </p:cNvSpPr>
          <p:nvPr>
            <p:ph type="sldNum" sz="quarter" idx="16"/>
          </p:nvPr>
        </p:nvSpPr>
        <p:spPr bwMode="auto"/>
        <p:txBody>
          <a:bodyPr/>
          <a:lstStyle>
            <a:lvl1pPr>
              <a:defRPr/>
            </a:lvl1pPr>
          </a:lstStyle>
          <a:p>
            <a:pPr>
              <a:defRPr/>
            </a:pPr>
            <a:fld id="{E62AF6E4-9F0F-4D32-8D8E-755B2E69BAD2}" type="slidenum">
              <a:rPr lang="en-US"/>
              <a:t>‹#›</a:t>
            </a:fld>
            <a:endParaRPr 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userDrawn="1">
  <p:cSld name="1_Custom Layout">
    <p:spTree>
      <p:nvGrpSpPr>
        <p:cNvPr id="1" name=""/>
        <p:cNvGrpSpPr/>
        <p:nvPr/>
      </p:nvGrpSpPr>
      <p:grpSpPr bwMode="auto">
        <a:xfrm>
          <a:off x="0" y="0"/>
          <a:ext cx="0" cy="0"/>
          <a:chOff x="0" y="0"/>
          <a:chExt cx="0" cy="0"/>
        </a:xfrm>
      </p:grpSpPr>
      <p:pic>
        <p:nvPicPr>
          <p:cNvPr id="523061185" name="Picture 1"/>
          <p:cNvPicPr>
            <a:picLocks noChangeAspect="1" noChangeArrowheads="1"/>
          </p:cNvPicPr>
          <p:nvPr userDrawn="1"/>
        </p:nvPicPr>
        <p:blipFill rotWithShape="1">
          <a:blip r:embed="rId2"/>
          <a:stretch/>
        </p:blipFill>
        <p:spPr bwMode="auto">
          <a:xfrm>
            <a:off x="304801" y="5943600"/>
            <a:ext cx="1538817" cy="304800"/>
          </a:xfrm>
          <a:prstGeom prst="rect">
            <a:avLst/>
          </a:prstGeom>
          <a:noFill/>
          <a:ln w="9525">
            <a:noFill/>
            <a:miter lim="800000"/>
            <a:headEnd/>
            <a:tailEnd/>
          </a:ln>
        </p:spPr>
      </p:pic>
      <p:sp>
        <p:nvSpPr>
          <p:cNvPr id="1092907091" name="Rectangle 4"/>
          <p:cNvSpPr/>
          <p:nvPr userDrawn="1"/>
        </p:nvSpPr>
        <p:spPr bwMode="auto">
          <a:xfrm>
            <a:off x="2336801" y="5943600"/>
            <a:ext cx="98425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r">
              <a:spcBef>
                <a:spcPts val="0"/>
              </a:spcBef>
              <a:spcAft>
                <a:spcPts val="0"/>
              </a:spcAft>
              <a:defRPr/>
            </a:pPr>
            <a:r>
              <a:rPr lang="en-US" sz="2000" b="1"/>
              <a:t>Final Year Defense</a:t>
            </a:r>
            <a:endParaRPr lang="en-US" b="1"/>
          </a:p>
        </p:txBody>
      </p:sp>
      <p:sp>
        <p:nvSpPr>
          <p:cNvPr id="1364769157" name="Rectangle 5"/>
          <p:cNvSpPr/>
          <p:nvPr userDrawn="1"/>
        </p:nvSpPr>
        <p:spPr bwMode="auto">
          <a:xfrm>
            <a:off x="0" y="0"/>
            <a:ext cx="12192000" cy="2286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spcBef>
                <a:spcPts val="0"/>
              </a:spcBef>
              <a:spcAft>
                <a:spcPts val="0"/>
              </a:spcAft>
              <a:defRPr/>
            </a:pPr>
            <a:endParaRPr lang="en-US"/>
          </a:p>
        </p:txBody>
      </p:sp>
      <p:sp>
        <p:nvSpPr>
          <p:cNvPr id="1715316440" name="Title 1"/>
          <p:cNvSpPr>
            <a:spLocks noGrp="1"/>
          </p:cNvSpPr>
          <p:nvPr>
            <p:ph type="title"/>
          </p:nvPr>
        </p:nvSpPr>
        <p:spPr bwMode="auto"/>
        <p:txBody>
          <a:bodyPr/>
          <a:lstStyle>
            <a:lvl1pPr>
              <a:defRPr b="1">
                <a:solidFill>
                  <a:schemeClr val="accent1">
                    <a:lumMod val="75000"/>
                  </a:schemeClr>
                </a:solidFill>
              </a:defRPr>
            </a:lvl1pPr>
          </a:lstStyle>
          <a:p>
            <a:pPr>
              <a:defRPr/>
            </a:pPr>
            <a:r>
              <a:rPr lang="en-US"/>
              <a:t>Click to edit Master title style</a:t>
            </a:r>
            <a:endParaRPr/>
          </a:p>
        </p:txBody>
      </p:sp>
      <p:sp>
        <p:nvSpPr>
          <p:cNvPr id="1043556422" name="Content Placeholder 8"/>
          <p:cNvSpPr>
            <a:spLocks noGrp="1"/>
          </p:cNvSpPr>
          <p:nvPr>
            <p:ph sz="quarter" idx="13"/>
          </p:nvPr>
        </p:nvSpPr>
        <p:spPr bwMode="auto">
          <a:xfrm>
            <a:off x="609600" y="1676400"/>
            <a:ext cx="10972800" cy="3962400"/>
          </a:xfrm>
        </p:spPr>
        <p:txBody>
          <a:bodyPr/>
          <a:lstStyle>
            <a:lvl1pPr>
              <a:defRPr>
                <a:solidFill>
                  <a:schemeClr val="accent1">
                    <a:lumMod val="75000"/>
                  </a:schemeClr>
                </a:solidFill>
              </a:defRPr>
            </a:lvl1pPr>
            <a:lvl2pPr>
              <a:defRPr>
                <a:solidFill>
                  <a:schemeClr val="accent5">
                    <a:lumMod val="75000"/>
                  </a:schemeClr>
                </a:solidFill>
              </a:defRPr>
            </a:lvl2pPr>
            <a:lvl3pPr>
              <a:defRPr>
                <a:solidFill>
                  <a:schemeClr val="accent2">
                    <a:lumMod val="75000"/>
                  </a:schemeClr>
                </a:solidFill>
              </a:defRPr>
            </a:lvl3pPr>
            <a:lvl4pPr>
              <a:defRPr>
                <a:solidFill>
                  <a:schemeClr val="accent6">
                    <a:lumMod val="75000"/>
                  </a:schemeClr>
                </a:solidFill>
              </a:defRPr>
            </a:lvl4p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a:p>
        </p:txBody>
      </p:sp>
      <p:sp>
        <p:nvSpPr>
          <p:cNvPr id="1646084948" name="Date Placeholder 2"/>
          <p:cNvSpPr>
            <a:spLocks noGrp="1"/>
          </p:cNvSpPr>
          <p:nvPr>
            <p:ph type="dt" sz="half" idx="14"/>
          </p:nvPr>
        </p:nvSpPr>
        <p:spPr bwMode="auto"/>
        <p:txBody>
          <a:bodyPr/>
          <a:lstStyle>
            <a:lvl1pPr>
              <a:defRPr/>
            </a:lvl1pPr>
          </a:lstStyle>
          <a:p>
            <a:pPr>
              <a:defRPr/>
            </a:pPr>
            <a:fld id="{277AD9AE-DAF0-4070-950A-9E3660EBE497}" type="datetime1">
              <a:rPr lang="en-US"/>
              <a:t>1/4/2026</a:t>
            </a:fld>
            <a:endParaRPr lang="en-US"/>
          </a:p>
        </p:txBody>
      </p:sp>
      <p:sp>
        <p:nvSpPr>
          <p:cNvPr id="1191574465" name="Footer Placeholder 3"/>
          <p:cNvSpPr>
            <a:spLocks noGrp="1"/>
          </p:cNvSpPr>
          <p:nvPr>
            <p:ph type="ftr" sz="quarter" idx="15"/>
          </p:nvPr>
        </p:nvSpPr>
        <p:spPr bwMode="auto"/>
        <p:txBody>
          <a:bodyPr/>
          <a:lstStyle>
            <a:lvl1pPr>
              <a:defRPr/>
            </a:lvl1pPr>
          </a:lstStyle>
          <a:p>
            <a:pPr>
              <a:defRPr/>
            </a:pPr>
            <a:endParaRPr lang="en-US"/>
          </a:p>
        </p:txBody>
      </p:sp>
      <p:sp>
        <p:nvSpPr>
          <p:cNvPr id="2115653529" name="Slide Number Placeholder 4"/>
          <p:cNvSpPr>
            <a:spLocks noGrp="1"/>
          </p:cNvSpPr>
          <p:nvPr>
            <p:ph type="sldNum" sz="quarter" idx="16"/>
          </p:nvPr>
        </p:nvSpPr>
        <p:spPr bwMode="auto"/>
        <p:txBody>
          <a:bodyPr/>
          <a:lstStyle>
            <a:lvl1pPr>
              <a:defRPr/>
            </a:lvl1pPr>
          </a:lstStyle>
          <a:p>
            <a:pPr>
              <a:defRPr/>
            </a:pPr>
            <a:fld id="{4CD333A3-7515-47B8-9EDC-EE0892D9C861}" type="slidenum">
              <a:rPr lang="en-US"/>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reserve="0">
  <p:cSld name="">
    <p:bg>
      <p:bgRef idx="1001">
        <a:schemeClr val="bg1"/>
      </p:bgRef>
    </p:bg>
    <p:spTree>
      <p:nvGrpSpPr>
        <p:cNvPr id="1" name=""/>
        <p:cNvGrpSpPr/>
        <p:nvPr/>
      </p:nvGrpSpPr>
      <p:grpSpPr bwMode="auto">
        <a:xfrm>
          <a:off x="0" y="0"/>
          <a:ext cx="0" cy="0"/>
          <a:chOff x="0" y="0"/>
          <a:chExt cx="0" cy="0"/>
        </a:xfrm>
      </p:grpSpPr>
      <p:sp>
        <p:nvSpPr>
          <p:cNvPr id="1320309991" name="Title Placeholder 1"/>
          <p:cNvSpPr>
            <a:spLocks noGrp="1"/>
          </p:cNvSpPr>
          <p:nvPr>
            <p:ph type="title"/>
          </p:nvPr>
        </p:nvSpPr>
        <p:spPr bwMode="auto">
          <a:xfrm>
            <a:off x="609600" y="274638"/>
            <a:ext cx="10972800" cy="1143000"/>
          </a:xfrm>
          <a:prstGeom prst="rect">
            <a:avLst/>
          </a:prstGeom>
        </p:spPr>
        <p:txBody>
          <a:bodyPr vert="horz" lIns="91440" tIns="45720" rIns="91440" bIns="45720" rtlCol="0" anchor="ctr">
            <a:normAutofit/>
          </a:bodyPr>
          <a:lstStyle/>
          <a:p>
            <a:pPr>
              <a:defRPr/>
            </a:pPr>
            <a:r>
              <a:rPr lang="en-US"/>
              <a:t>Click to edit Master title style</a:t>
            </a:r>
            <a:endParaRPr/>
          </a:p>
        </p:txBody>
      </p:sp>
      <p:sp>
        <p:nvSpPr>
          <p:cNvPr id="380185330" name="Text Placeholder 2"/>
          <p:cNvSpPr>
            <a:spLocks noGrp="1"/>
          </p:cNvSpPr>
          <p:nvPr>
            <p:ph type="body" idx="1"/>
          </p:nvPr>
        </p:nvSpPr>
        <p:spPr bwMode="auto">
          <a:xfrm>
            <a:off x="609600" y="1600201"/>
            <a:ext cx="10972800" cy="4525963"/>
          </a:xfrm>
          <a:prstGeom prst="rect">
            <a:avLst/>
          </a:prstGeom>
        </p:spPr>
        <p:txBody>
          <a:bodyPr vert="horz" lIns="91440" tIns="45720" rIns="91440" bIns="45720" rtlCol="0">
            <a:normAutofit/>
          </a:body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a:p>
        </p:txBody>
      </p:sp>
      <p:sp>
        <p:nvSpPr>
          <p:cNvPr id="1122122927" name="Date Placeholder 3"/>
          <p:cNvSpPr>
            <a:spLocks noGrp="1"/>
          </p:cNvSpPr>
          <p:nvPr>
            <p:ph type="dt" sz="half" idx="2"/>
          </p:nvPr>
        </p:nvSpPr>
        <p:spPr bwMode="auto">
          <a:xfrm>
            <a:off x="609600" y="6356351"/>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a:defRPr/>
            </a:pPr>
            <a:fld id="{875161A3-B757-4210-8554-6B2250A4A5D7}" type="datetime1">
              <a:rPr lang="en-US"/>
              <a:t>1/4/2026</a:t>
            </a:fld>
            <a:endParaRPr lang="en-US"/>
          </a:p>
        </p:txBody>
      </p:sp>
      <p:sp>
        <p:nvSpPr>
          <p:cNvPr id="856861638" name="Footer Placeholder 4"/>
          <p:cNvSpPr>
            <a:spLocks noGrp="1"/>
          </p:cNvSpPr>
          <p:nvPr>
            <p:ph type="ftr" sz="quarter" idx="3"/>
          </p:nvPr>
        </p:nvSpPr>
        <p:spPr bwMode="auto">
          <a:xfrm>
            <a:off x="4165600" y="6356351"/>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a:defRPr/>
            </a:pPr>
            <a:endParaRPr lang="en-US"/>
          </a:p>
        </p:txBody>
      </p:sp>
      <p:sp>
        <p:nvSpPr>
          <p:cNvPr id="461138692" name="Slide Number Placeholder 5"/>
          <p:cNvSpPr>
            <a:spLocks noGrp="1"/>
          </p:cNvSpPr>
          <p:nvPr>
            <p:ph type="sldNum" sz="quarter" idx="4"/>
          </p:nvPr>
        </p:nvSpPr>
        <p:spPr bwMode="auto">
          <a:xfrm>
            <a:off x="8737600" y="6356351"/>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a:defRPr/>
            </a:pPr>
            <a:fld id="{3201EAB7-4B8F-4B70-B0ED-2782ACD77B02}" type="slidenum">
              <a:rPr lang="en-US"/>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Lst>
  <p:hf dt="0" ftr="0" hdr="0" sldNum="1"/>
  <p:txStyles>
    <p:titleStyle>
      <a:lvl1pPr algn="ctr" defTabSz="914400" rtl="0">
        <a:spcBef>
          <a:spcPts val="0"/>
        </a:spcBef>
        <a:buNone/>
        <a:defRPr sz="4400">
          <a:solidFill>
            <a:schemeClr val="tx1"/>
          </a:solidFill>
          <a:latin typeface="+mj-lt"/>
          <a:ea typeface="+mj-ea"/>
          <a:cs typeface="+mj-cs"/>
        </a:defRPr>
      </a:lvl1pPr>
    </p:titleStyle>
    <p:bodyStyle>
      <a:lvl1pPr marL="342900" indent="-342900" algn="l" defTabSz="914400" rtl="0">
        <a:spcBef>
          <a:spcPts val="0"/>
        </a:spcBef>
        <a:buFont typeface="Arial"/>
        <a:buChar char="•"/>
        <a:defRPr sz="3200">
          <a:solidFill>
            <a:schemeClr val="tx1"/>
          </a:solidFill>
          <a:latin typeface="+mn-lt"/>
          <a:ea typeface="+mn-ea"/>
          <a:cs typeface="+mn-cs"/>
        </a:defRPr>
      </a:lvl1pPr>
      <a:lvl2pPr marL="742950" indent="-285750" algn="l" defTabSz="914400" rtl="0">
        <a:spcBef>
          <a:spcPts val="0"/>
        </a:spcBef>
        <a:buFont typeface="Arial"/>
        <a:buChar char="–"/>
        <a:defRPr sz="2800">
          <a:solidFill>
            <a:schemeClr val="tx1"/>
          </a:solidFill>
          <a:latin typeface="+mn-lt"/>
          <a:ea typeface="+mn-ea"/>
          <a:cs typeface="+mn-cs"/>
        </a:defRPr>
      </a:lvl2pPr>
      <a:lvl3pPr marL="1143000" indent="-228600" algn="l" defTabSz="914400" rtl="0">
        <a:spcBef>
          <a:spcPts val="0"/>
        </a:spcBef>
        <a:buFont typeface="Arial"/>
        <a:buChar char="•"/>
        <a:defRPr sz="2400">
          <a:solidFill>
            <a:schemeClr val="tx1"/>
          </a:solidFill>
          <a:latin typeface="+mn-lt"/>
          <a:ea typeface="+mn-ea"/>
          <a:cs typeface="+mn-cs"/>
        </a:defRPr>
      </a:lvl3pPr>
      <a:lvl4pPr marL="1600200" indent="-228600" algn="l" defTabSz="914400" rtl="0">
        <a:spcBef>
          <a:spcPts val="0"/>
        </a:spcBef>
        <a:buFont typeface="Arial"/>
        <a:buChar char="–"/>
        <a:defRPr sz="2000">
          <a:solidFill>
            <a:schemeClr val="tx1"/>
          </a:solidFill>
          <a:latin typeface="+mn-lt"/>
          <a:ea typeface="+mn-ea"/>
          <a:cs typeface="+mn-cs"/>
        </a:defRPr>
      </a:lvl4pPr>
      <a:lvl5pPr marL="2057400" indent="-228600" algn="l" defTabSz="914400" rtl="0">
        <a:spcBef>
          <a:spcPts val="0"/>
        </a:spcBef>
        <a:buFont typeface="Arial"/>
        <a:buChar char="»"/>
        <a:defRPr sz="2000">
          <a:solidFill>
            <a:schemeClr val="tx1"/>
          </a:solidFill>
          <a:latin typeface="+mn-lt"/>
          <a:ea typeface="+mn-ea"/>
          <a:cs typeface="+mn-cs"/>
        </a:defRPr>
      </a:lvl5pPr>
      <a:lvl6pPr marL="2514600" indent="-228600" algn="l" defTabSz="914400" rtl="0">
        <a:spcBef>
          <a:spcPts val="0"/>
        </a:spcBef>
        <a:buFont typeface="Arial"/>
        <a:buChar char="•"/>
        <a:defRPr sz="2000">
          <a:solidFill>
            <a:schemeClr val="tx1"/>
          </a:solidFill>
          <a:latin typeface="+mn-lt"/>
          <a:ea typeface="+mn-ea"/>
          <a:cs typeface="+mn-cs"/>
        </a:defRPr>
      </a:lvl6pPr>
      <a:lvl7pPr marL="2971800" indent="-228600" algn="l" defTabSz="914400" rtl="0">
        <a:spcBef>
          <a:spcPts val="0"/>
        </a:spcBef>
        <a:buFont typeface="Arial"/>
        <a:buChar char="•"/>
        <a:defRPr sz="2000">
          <a:solidFill>
            <a:schemeClr val="tx1"/>
          </a:solidFill>
          <a:latin typeface="+mn-lt"/>
          <a:ea typeface="+mn-ea"/>
          <a:cs typeface="+mn-cs"/>
        </a:defRPr>
      </a:lvl7pPr>
      <a:lvl8pPr marL="3429000" indent="-228600" algn="l" defTabSz="914400" rtl="0">
        <a:spcBef>
          <a:spcPts val="0"/>
        </a:spcBef>
        <a:buFont typeface="Arial"/>
        <a:buChar char="•"/>
        <a:defRPr sz="2000">
          <a:solidFill>
            <a:schemeClr val="tx1"/>
          </a:solidFill>
          <a:latin typeface="+mn-lt"/>
          <a:ea typeface="+mn-ea"/>
          <a:cs typeface="+mn-cs"/>
        </a:defRPr>
      </a:lvl8pPr>
      <a:lvl9pPr marL="3886200" indent="-228600" algn="l" defTabSz="914400" rtl="0">
        <a:spcBef>
          <a:spcPts val="0"/>
        </a:spcBef>
        <a:buFont typeface="Arial"/>
        <a:buChar char="•"/>
        <a:defRPr sz="2000">
          <a:solidFill>
            <a:schemeClr val="tx1"/>
          </a:solidFill>
          <a:latin typeface="+mn-lt"/>
          <a:ea typeface="+mn-ea"/>
          <a:cs typeface="+mn-cs"/>
        </a:defRPr>
      </a:lvl9pPr>
    </p:bodyStyle>
    <p:otherStyle>
      <a:defPPr>
        <a:defRPr lang="en-US"/>
      </a:defPPr>
      <a:lvl1pPr marL="0" algn="l" defTabSz="914400" rtl="0">
        <a:defRPr sz="1800">
          <a:solidFill>
            <a:schemeClr val="tx1"/>
          </a:solidFill>
          <a:latin typeface="+mn-lt"/>
          <a:ea typeface="+mn-ea"/>
          <a:cs typeface="+mn-cs"/>
        </a:defRPr>
      </a:lvl1pPr>
      <a:lvl2pPr marL="457200" algn="l" defTabSz="914400" rtl="0">
        <a:defRPr sz="1800">
          <a:solidFill>
            <a:schemeClr val="tx1"/>
          </a:solidFill>
          <a:latin typeface="+mn-lt"/>
          <a:ea typeface="+mn-ea"/>
          <a:cs typeface="+mn-cs"/>
        </a:defRPr>
      </a:lvl2pPr>
      <a:lvl3pPr marL="914400" algn="l" defTabSz="914400" rtl="0">
        <a:defRPr sz="1800">
          <a:solidFill>
            <a:schemeClr val="tx1"/>
          </a:solidFill>
          <a:latin typeface="+mn-lt"/>
          <a:ea typeface="+mn-ea"/>
          <a:cs typeface="+mn-cs"/>
        </a:defRPr>
      </a:lvl3pPr>
      <a:lvl4pPr marL="1371600" algn="l" defTabSz="914400" rtl="0">
        <a:defRPr sz="1800">
          <a:solidFill>
            <a:schemeClr val="tx1"/>
          </a:solidFill>
          <a:latin typeface="+mn-lt"/>
          <a:ea typeface="+mn-ea"/>
          <a:cs typeface="+mn-cs"/>
        </a:defRPr>
      </a:lvl4pPr>
      <a:lvl5pPr marL="1828800" algn="l" defTabSz="914400" rtl="0">
        <a:defRPr sz="1800">
          <a:solidFill>
            <a:schemeClr val="tx1"/>
          </a:solidFill>
          <a:latin typeface="+mn-lt"/>
          <a:ea typeface="+mn-ea"/>
          <a:cs typeface="+mn-cs"/>
        </a:defRPr>
      </a:lvl5pPr>
      <a:lvl6pPr marL="2286000" algn="l" defTabSz="914400" rtl="0">
        <a:defRPr sz="1800">
          <a:solidFill>
            <a:schemeClr val="tx1"/>
          </a:solidFill>
          <a:latin typeface="+mn-lt"/>
          <a:ea typeface="+mn-ea"/>
          <a:cs typeface="+mn-cs"/>
        </a:defRPr>
      </a:lvl6pPr>
      <a:lvl7pPr marL="2743200" algn="l" defTabSz="914400" rtl="0">
        <a:defRPr sz="1800">
          <a:solidFill>
            <a:schemeClr val="tx1"/>
          </a:solidFill>
          <a:latin typeface="+mn-lt"/>
          <a:ea typeface="+mn-ea"/>
          <a:cs typeface="+mn-cs"/>
        </a:defRPr>
      </a:lvl7pPr>
      <a:lvl8pPr marL="3200400" algn="l" defTabSz="914400" rtl="0">
        <a:defRPr sz="1800">
          <a:solidFill>
            <a:schemeClr val="tx1"/>
          </a:solidFill>
          <a:latin typeface="+mn-lt"/>
          <a:ea typeface="+mn-ea"/>
          <a:cs typeface="+mn-cs"/>
        </a:defRPr>
      </a:lvl8pPr>
      <a:lvl9pPr marL="3657600" algn="l" defTabSz="914400" rtl="0">
        <a:defRPr sz="18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xml"/><Relationship Id="rId3" Type="http://schemas.openxmlformats.org/officeDocument/2006/relationships/image" Target="../media/image3.png"/></Relationships>
</file>

<file path=ppt/slides/_rels/slide2.xml.rels><?xml version="1.0" encoding="UTF-8" standalone="yes"?><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s>
</file>

<file path=ppt/slides/_rels/slide3.xml.rels><?xml version="1.0" encoding="UTF-8" standalone="yes"?><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xml"/></Relationships>
</file>

<file path=ppt/slides/_rels/slide4.xml.rels><?xml version="1.0" encoding="UTF-8" standalone="yes"?><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xml"/></Relationships>
</file>

<file path=ppt/slides/_rels/slide5.xml.rels><?xml version="1.0" encoding="UTF-8" standalone="yes"?><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xml"/></Relationships>
</file>

<file path=ppt/slides/_rels/slide6.xml.rels><?xml version="1.0" encoding="UTF-8" standalone="yes"?><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xml"/></Relationships>
</file>

<file path=ppt/slides/_rels/slide7.xml.rels><?xml version="1.0" encoding="UTF-8" standalone="yes"?><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xml"/><Relationship Id="rId3" Type="http://schemas.openxmlformats.org/officeDocument/2006/relationships/image" Target="../media/image4.png"/></Relationships>
</file>

<file path=ppt/slides/_rels/slide8.xml.rels><?xml version="1.0" encoding="UTF-8" standalone="yes"?><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8.xml"/></Relationships>
</file>

<file path=ppt/slides/_rels/slide9.xml.rels><?xml version="1.0" encoding="UTF-8" standalone="yes"?><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9.xml"/><Relationship Id="rId3" Type="http://schemas.openxmlformats.org/officeDocument/2006/relationships/image" Target="../media/image5.png"/><Relationship Id="rId4" Type="http://schemas.openxmlformats.org/officeDocument/2006/relationships/image" Target="../media/image6.png"/></Relationships>
</file>

<file path=ppt/slides/_rels/slide10.xml.rels><?xml version="1.0" encoding="UTF-8" standalone="yes"?><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0.xml"/><Relationship Id="rId3" Type="http://schemas.openxmlformats.org/officeDocument/2006/relationships/image" Target="../media/image7.png"/><Relationship Id="rId4" Type="http://schemas.openxmlformats.org/officeDocument/2006/relationships/image" Target="../media/image8.png"/></Relationships>
</file>

<file path=ppt/slides/_rels/slide11.xml.rels><?xml version="1.0" encoding="UTF-8" standalone="yes"?><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1.xml"/><Relationship Id="rId3" Type="http://schemas.openxmlformats.org/officeDocument/2006/relationships/image" Target="../media/image9.png"/><Relationship Id="rId4" Type="http://schemas.openxmlformats.org/officeDocument/2006/relationships/image" Target="../media/image10.png"/></Relationships>
</file>

<file path=ppt/slides/_rels/slide12.xml.rels><?xml version="1.0" encoding="UTF-8" standalone="yes"?><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2.xml"/><Relationship Id="rId3" Type="http://schemas.openxmlformats.org/officeDocument/2006/relationships/image" Target="../media/image11.png"/></Relationships>
</file>

<file path=ppt/slides/_rels/slide13.xml.rels><?xml version="1.0" encoding="UTF-8" standalone="yes"?><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3.xml"/></Relationships>
</file>

<file path=ppt/slides/_rels/slide14.xml.rels><?xml version="1.0" encoding="UTF-8" standalone="yes"?><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4.xml"/><Relationship Id="rId3" Type="http://schemas.openxmlformats.org/officeDocument/2006/relationships/image" Target="../media/image12.png"/></Relationships>
</file>

<file path=ppt/slides/_rels/slide15.xml.rels><?xml version="1.0" encoding="UTF-8" standalone="yes"?><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5.xml"/><Relationship Id="rId3" Type="http://schemas.openxmlformats.org/officeDocument/2006/relationships/image" Target="../media/image13.png"/></Relationships>
</file>

<file path=ppt/slides/_rels/slide16.xml.rels><?xml version="1.0" encoding="UTF-8" standalone="yes"?><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6.xml"/></Relationships>
</file>

<file path=ppt/slides/_rels/slide17.xml.rels><?xml version="1.0" encoding="UTF-8" standalone="yes"?><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7.xml"/></Relationships>
</file>

<file path=ppt/slides/_rels/slide18.xml.rels><?xml version="1.0" encoding="UTF-8" standalone="yes"?><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744759990" name="TextBox 1"/>
          <p:cNvSpPr txBox="1"/>
          <p:nvPr/>
        </p:nvSpPr>
        <p:spPr bwMode="auto">
          <a:xfrm>
            <a:off x="8906256" y="185335"/>
            <a:ext cx="3276600" cy="369332"/>
          </a:xfrm>
          <a:prstGeom prst="rect">
            <a:avLst/>
          </a:prstGeom>
          <a:solidFill>
            <a:srgbClr val="215968"/>
          </a:solidFill>
        </p:spPr>
        <p:txBody>
          <a:bodyPr wrap="square" rtlCol="0">
            <a:spAutoFit/>
          </a:bodyPr>
          <a:lstStyle/>
          <a:p>
            <a:pPr algn="r">
              <a:defRPr/>
            </a:pPr>
            <a:r>
              <a:rPr lang="en-US" b="1">
                <a:solidFill>
                  <a:schemeClr val="bg1"/>
                </a:solidFill>
              </a:rPr>
              <a:t>B.Sc. Final-Defense</a:t>
            </a:r>
            <a:endParaRPr/>
          </a:p>
        </p:txBody>
      </p:sp>
      <p:sp>
        <p:nvSpPr>
          <p:cNvPr id="2021804539" name="Title 3"/>
          <p:cNvSpPr>
            <a:spLocks noGrp="1"/>
          </p:cNvSpPr>
          <p:nvPr>
            <p:ph type="ctrTitle"/>
          </p:nvPr>
        </p:nvSpPr>
        <p:spPr bwMode="auto">
          <a:xfrm>
            <a:off x="914400" y="1143000"/>
            <a:ext cx="10363199" cy="1752598"/>
          </a:xfrm>
        </p:spPr>
        <p:txBody>
          <a:bodyPr vertOverflow="overflow" horzOverflow="overflow" vert="horz" wrap="square" lIns="91440" tIns="45720" rIns="91440" bIns="45720" numCol="1" spcCol="0" rtlCol="0" fromWordArt="0" anchor="ctr" anchorCtr="0" forceAA="0" upright="0" compatLnSpc="0">
            <a:normAutofit/>
          </a:bodyPr>
          <a:lstStyle/>
          <a:p>
            <a:pPr>
              <a:defRPr/>
            </a:pPr>
            <a:r>
              <a:rPr lang="en-US" sz="3600" b="1" i="0" u="none" strike="noStrike" cap="none" spc="0">
                <a:solidFill>
                  <a:srgbClr val="7030A0"/>
                </a:solidFill>
                <a:latin typeface="Calibri"/>
                <a:ea typeface="Calibri"/>
                <a:cs typeface="Calibri"/>
              </a:rPr>
              <a:t>Vision-Based Security System: Enforce Campus Security Through ID Card Ribbon Detection</a:t>
            </a:r>
            <a:endParaRPr sz="2800"/>
          </a:p>
        </p:txBody>
      </p:sp>
      <p:pic>
        <p:nvPicPr>
          <p:cNvPr id="1339771994" name=""/>
          <p:cNvPicPr>
            <a:picLocks noChangeAspect="1"/>
          </p:cNvPicPr>
          <p:nvPr/>
        </p:nvPicPr>
        <p:blipFill rotWithShape="1">
          <a:blip r:embed="rId3"/>
          <a:stretch/>
        </p:blipFill>
        <p:spPr bwMode="auto">
          <a:xfrm flipH="0" flipV="0">
            <a:off x="719589" y="3146598"/>
            <a:ext cx="10798297" cy="737982"/>
          </a:xfrm>
          <a:prstGeom prst="rect">
            <a:avLst/>
          </a:prstGeom>
        </p:spPr>
      </p:pic>
      <p:sp>
        <p:nvSpPr>
          <p:cNvPr id="924617526" name="Subtitle 4"/>
          <p:cNvSpPr>
            <a:spLocks noGrp="1"/>
          </p:cNvSpPr>
          <p:nvPr>
            <p:ph type="subTitle" idx="1"/>
          </p:nvPr>
        </p:nvSpPr>
        <p:spPr bwMode="auto">
          <a:xfrm flipH="0" flipV="0">
            <a:off x="1033893" y="3884580"/>
            <a:ext cx="4586739" cy="2590798"/>
          </a:xfrm>
        </p:spPr>
        <p:txBody>
          <a:bodyPr rtlCol="0">
            <a:noAutofit/>
          </a:bodyPr>
          <a:lstStyle/>
          <a:p>
            <a:pPr marL="0" marR="0" lvl="0" indent="0" algn="ctr" defTabSz="914400" rtl="0">
              <a:lnSpc>
                <a:spcPct val="114999"/>
              </a:lnSpc>
              <a:spcBef>
                <a:spcPts val="0"/>
              </a:spcBef>
              <a:spcAft>
                <a:spcPts val="0"/>
              </a:spcAft>
              <a:buClrTx/>
              <a:buSzTx/>
              <a:buFont typeface="Arial"/>
              <a:buNone/>
              <a:defRPr/>
            </a:pPr>
            <a:r>
              <a:rPr lang="en-US" sz="2400" i="0" u="none" strike="noStrike" cap="none" spc="0">
                <a:ln>
                  <a:noFill/>
                </a:ln>
                <a:solidFill>
                  <a:prstClr val="black"/>
                </a:solidFill>
                <a:latin typeface="Times New Roman"/>
                <a:ea typeface="Arial"/>
                <a:cs typeface="Times New Roman"/>
              </a:rPr>
              <a:t>Faysal Ahmad Patwary</a:t>
            </a:r>
            <a:endParaRPr/>
          </a:p>
          <a:p>
            <a:pPr marL="0" marR="0" lvl="0" indent="0" algn="ctr" defTabSz="914400" rtl="0">
              <a:lnSpc>
                <a:spcPct val="114999"/>
              </a:lnSpc>
              <a:spcBef>
                <a:spcPts val="0"/>
              </a:spcBef>
              <a:spcAft>
                <a:spcPts val="0"/>
              </a:spcAft>
              <a:buClrTx/>
              <a:buSzTx/>
              <a:buFont typeface="Arial"/>
              <a:buNone/>
              <a:defRPr/>
            </a:pPr>
            <a:r>
              <a:rPr lang="en-US" sz="2400" i="0" u="none" strike="noStrike" cap="none" spc="0">
                <a:ln>
                  <a:noFill/>
                </a:ln>
                <a:solidFill>
                  <a:prstClr val="black"/>
                </a:solidFill>
                <a:latin typeface="Times New Roman"/>
                <a:ea typeface="Arial"/>
                <a:cs typeface="Times New Roman"/>
              </a:rPr>
              <a:t>ID: 221-15-4699</a:t>
            </a:r>
            <a:endParaRPr/>
          </a:p>
          <a:p>
            <a:pPr marL="0" marR="0" lvl="0" indent="0" algn="ctr" defTabSz="914400" rtl="0">
              <a:lnSpc>
                <a:spcPct val="114999"/>
              </a:lnSpc>
              <a:spcBef>
                <a:spcPts val="0"/>
              </a:spcBef>
              <a:spcAft>
                <a:spcPts val="0"/>
              </a:spcAft>
              <a:buClrTx/>
              <a:buSzTx/>
              <a:buFont typeface="Arial"/>
              <a:buNone/>
              <a:defRPr/>
            </a:pPr>
            <a:r>
              <a:rPr lang="en-US" sz="2400" i="0" u="none" strike="noStrike" cap="none" spc="0">
                <a:ln>
                  <a:noFill/>
                </a:ln>
                <a:solidFill>
                  <a:prstClr val="black"/>
                </a:solidFill>
                <a:latin typeface="Times New Roman"/>
                <a:ea typeface="Arial"/>
                <a:cs typeface="Times New Roman"/>
              </a:rPr>
              <a:t>Esrat</a:t>
            </a:r>
            <a:r>
              <a:rPr lang="en-US" sz="2400" i="0" u="none" strike="noStrike" cap="none" spc="0">
                <a:ln>
                  <a:noFill/>
                </a:ln>
                <a:solidFill>
                  <a:prstClr val="black"/>
                </a:solidFill>
                <a:latin typeface="Times New Roman"/>
                <a:ea typeface="Arial"/>
                <a:cs typeface="Times New Roman"/>
              </a:rPr>
              <a:t> Jahan Eva</a:t>
            </a:r>
            <a:endParaRPr/>
          </a:p>
          <a:p>
            <a:pPr marL="0" marR="0" lvl="0" indent="0" algn="ctr" defTabSz="914400" rtl="0">
              <a:lnSpc>
                <a:spcPct val="114999"/>
              </a:lnSpc>
              <a:spcBef>
                <a:spcPts val="0"/>
              </a:spcBef>
              <a:spcAft>
                <a:spcPts val="0"/>
              </a:spcAft>
              <a:buClrTx/>
              <a:buSzTx/>
              <a:buFont typeface="Arial"/>
              <a:buNone/>
              <a:defRPr/>
            </a:pPr>
            <a:r>
              <a:rPr lang="en-US" sz="2400" i="0" u="none" strike="noStrike" cap="none" spc="0">
                <a:ln>
                  <a:noFill/>
                </a:ln>
                <a:solidFill>
                  <a:prstClr val="black"/>
                </a:solidFill>
                <a:latin typeface="Times New Roman"/>
                <a:ea typeface="Arial"/>
                <a:cs typeface="Times New Roman"/>
              </a:rPr>
              <a:t>ID: 221-15-4690</a:t>
            </a:r>
            <a:endParaRPr/>
          </a:p>
          <a:p>
            <a:pPr marL="0" marR="0" lvl="0" indent="0" algn="ctr" defTabSz="914400" rtl="0">
              <a:lnSpc>
                <a:spcPct val="114999"/>
              </a:lnSpc>
              <a:spcBef>
                <a:spcPts val="0"/>
              </a:spcBef>
              <a:spcAft>
                <a:spcPts val="0"/>
              </a:spcAft>
              <a:buClrTx/>
              <a:buSzTx/>
              <a:buFont typeface="Arial"/>
              <a:buNone/>
              <a:defRPr/>
            </a:pPr>
            <a:r>
              <a:rPr lang="en-US" sz="2400" b="0" i="0" u="none" strike="noStrike" cap="none" spc="0">
                <a:ln>
                  <a:noFill/>
                </a:ln>
                <a:solidFill>
                  <a:prstClr val="black"/>
                </a:solidFill>
                <a:latin typeface="Times New Roman"/>
                <a:ea typeface="Arial"/>
                <a:cs typeface="Times New Roman"/>
              </a:rPr>
              <a:t>Department of CSE </a:t>
            </a:r>
            <a:endParaRPr/>
          </a:p>
          <a:p>
            <a:pPr marL="0" marR="0" lvl="0" indent="0" algn="ctr" defTabSz="914400" rtl="0">
              <a:lnSpc>
                <a:spcPct val="114999"/>
              </a:lnSpc>
              <a:spcBef>
                <a:spcPts val="0"/>
              </a:spcBef>
              <a:spcAft>
                <a:spcPts val="0"/>
              </a:spcAft>
              <a:buClrTx/>
              <a:buSzTx/>
              <a:buFont typeface="Arial"/>
              <a:buNone/>
              <a:defRPr/>
            </a:pPr>
            <a:r>
              <a:rPr lang="en-US" sz="2400" b="0" i="0" u="none" strike="noStrike" cap="none" spc="0">
                <a:ln>
                  <a:noFill/>
                </a:ln>
                <a:solidFill>
                  <a:prstClr val="black"/>
                </a:solidFill>
                <a:latin typeface="Times New Roman"/>
                <a:ea typeface="Arial"/>
                <a:cs typeface="Times New Roman"/>
              </a:rPr>
              <a:t>Daffodil International University</a:t>
            </a:r>
            <a:endParaRPr/>
          </a:p>
        </p:txBody>
      </p:sp>
      <p:sp>
        <p:nvSpPr>
          <p:cNvPr id="1276789255" name="Text Placeholder 5"/>
          <p:cNvSpPr>
            <a:spLocks noGrp="1"/>
          </p:cNvSpPr>
          <p:nvPr/>
        </p:nvSpPr>
        <p:spPr bwMode="auto">
          <a:xfrm>
            <a:off x="6532417" y="3853294"/>
            <a:ext cx="4648197" cy="2362197"/>
          </a:xfrm>
        </p:spPr>
        <p:txBody>
          <a:bodyPr vert="horz" lIns="91440" tIns="45720" rIns="91440" bIns="45720" rtlCol="0">
            <a:normAutofit/>
          </a:bodyPr>
          <a:lstStyle>
            <a:lvl1pPr marL="342900" indent="-342900" algn="l" defTabSz="914400" rtl="0">
              <a:spcBef>
                <a:spcPts val="0"/>
              </a:spcBef>
              <a:buFont typeface="Arial"/>
              <a:buChar char="•"/>
              <a:defRPr sz="3200">
                <a:solidFill>
                  <a:schemeClr val="tx1"/>
                </a:solidFill>
                <a:latin typeface="+mn-lt"/>
                <a:ea typeface="+mn-ea"/>
                <a:cs typeface="+mn-cs"/>
              </a:defRPr>
            </a:lvl1pPr>
            <a:lvl2pPr marL="742950" indent="-285750" algn="l" defTabSz="914400" rtl="0">
              <a:spcBef>
                <a:spcPts val="0"/>
              </a:spcBef>
              <a:buFont typeface="Arial"/>
              <a:buChar char="–"/>
              <a:defRPr sz="2800">
                <a:solidFill>
                  <a:schemeClr val="tx1"/>
                </a:solidFill>
                <a:latin typeface="+mn-lt"/>
                <a:ea typeface="+mn-ea"/>
                <a:cs typeface="+mn-cs"/>
              </a:defRPr>
            </a:lvl2pPr>
            <a:lvl3pPr marL="1143000" indent="-228600" algn="l" defTabSz="914400" rtl="0">
              <a:spcBef>
                <a:spcPts val="0"/>
              </a:spcBef>
              <a:buFont typeface="Arial"/>
              <a:buChar char="•"/>
              <a:defRPr sz="2400">
                <a:solidFill>
                  <a:schemeClr val="tx1"/>
                </a:solidFill>
                <a:latin typeface="+mn-lt"/>
                <a:ea typeface="+mn-ea"/>
                <a:cs typeface="+mn-cs"/>
              </a:defRPr>
            </a:lvl3pPr>
            <a:lvl4pPr marL="1600200" indent="-228600" algn="l" defTabSz="914400" rtl="0">
              <a:spcBef>
                <a:spcPts val="0"/>
              </a:spcBef>
              <a:buFont typeface="Arial"/>
              <a:buChar char="–"/>
              <a:defRPr sz="2000">
                <a:solidFill>
                  <a:schemeClr val="tx1"/>
                </a:solidFill>
                <a:latin typeface="+mn-lt"/>
                <a:ea typeface="+mn-ea"/>
                <a:cs typeface="+mn-cs"/>
              </a:defRPr>
            </a:lvl4pPr>
            <a:lvl5pPr marL="2057400" indent="-228600" algn="l" defTabSz="914400" rtl="0">
              <a:spcBef>
                <a:spcPts val="0"/>
              </a:spcBef>
              <a:buFont typeface="Arial"/>
              <a:buChar char="»"/>
              <a:defRPr sz="2000">
                <a:solidFill>
                  <a:schemeClr val="tx1"/>
                </a:solidFill>
                <a:latin typeface="+mn-lt"/>
                <a:ea typeface="+mn-ea"/>
                <a:cs typeface="+mn-cs"/>
              </a:defRPr>
            </a:lvl5pPr>
            <a:lvl6pPr marL="2514598" indent="-228600" algn="l" defTabSz="914400" rtl="0">
              <a:spcBef>
                <a:spcPts val="0"/>
              </a:spcBef>
              <a:buFont typeface="Arial"/>
              <a:buChar char="•"/>
              <a:defRPr sz="2000">
                <a:solidFill>
                  <a:schemeClr val="tx1"/>
                </a:solidFill>
                <a:latin typeface="+mn-lt"/>
                <a:ea typeface="+mn-ea"/>
                <a:cs typeface="+mn-cs"/>
              </a:defRPr>
            </a:lvl6pPr>
            <a:lvl7pPr marL="2971800" indent="-228600" algn="l" defTabSz="914400" rtl="0">
              <a:spcBef>
                <a:spcPts val="0"/>
              </a:spcBef>
              <a:buFont typeface="Arial"/>
              <a:buChar char="•"/>
              <a:defRPr sz="2000">
                <a:solidFill>
                  <a:schemeClr val="tx1"/>
                </a:solidFill>
                <a:latin typeface="+mn-lt"/>
                <a:ea typeface="+mn-ea"/>
                <a:cs typeface="+mn-cs"/>
              </a:defRPr>
            </a:lvl7pPr>
            <a:lvl8pPr marL="3429000" indent="-228600" algn="l" defTabSz="914400" rtl="0">
              <a:spcBef>
                <a:spcPts val="0"/>
              </a:spcBef>
              <a:buFont typeface="Arial"/>
              <a:buChar char="•"/>
              <a:defRPr sz="2000">
                <a:solidFill>
                  <a:schemeClr val="tx1"/>
                </a:solidFill>
                <a:latin typeface="+mn-lt"/>
                <a:ea typeface="+mn-ea"/>
                <a:cs typeface="+mn-cs"/>
              </a:defRPr>
            </a:lvl8pPr>
            <a:lvl9pPr marL="3886200" indent="-228600" algn="l" defTabSz="914400" rtl="0">
              <a:spcBef>
                <a:spcPts val="0"/>
              </a:spcBef>
              <a:buFont typeface="Arial"/>
              <a:buChar char="•"/>
              <a:defRPr sz="2000">
                <a:solidFill>
                  <a:schemeClr val="tx1"/>
                </a:solidFill>
                <a:latin typeface="+mn-lt"/>
                <a:ea typeface="+mn-ea"/>
                <a:cs typeface="+mn-cs"/>
              </a:defRPr>
            </a:lvl9pPr>
          </a:lstStyle>
          <a:p>
            <a:pPr marL="342900" marR="0" lvl="0" indent="-342900" algn="ctr" defTabSz="914400" rtl="0">
              <a:lnSpc>
                <a:spcPct val="114999"/>
              </a:lnSpc>
              <a:spcBef>
                <a:spcPts val="0"/>
              </a:spcBef>
              <a:spcAft>
                <a:spcPts val="0"/>
              </a:spcAft>
              <a:buClrTx/>
              <a:buSzTx/>
              <a:buFont typeface="Arial"/>
              <a:buNone/>
              <a:defRPr/>
            </a:pPr>
            <a:r>
              <a:rPr lang="en-US" sz="2400" i="0" u="none" strike="noStrike" cap="none" spc="0">
                <a:ln>
                  <a:noFill/>
                </a:ln>
                <a:solidFill>
                  <a:schemeClr val="tx1"/>
                </a:solidFill>
                <a:latin typeface="Times New Roman"/>
                <a:ea typeface="Arial"/>
                <a:cs typeface="Times New Roman"/>
              </a:rPr>
              <a:t>Md. </a:t>
            </a:r>
            <a:r>
              <a:rPr lang="en-US" sz="2400" i="0" u="none" strike="noStrike" cap="none" spc="0">
                <a:ln>
                  <a:noFill/>
                </a:ln>
                <a:solidFill>
                  <a:schemeClr val="tx1"/>
                </a:solidFill>
                <a:latin typeface="Times New Roman"/>
                <a:ea typeface="Arial"/>
                <a:cs typeface="Times New Roman"/>
              </a:rPr>
              <a:t>Jahidul</a:t>
            </a:r>
            <a:r>
              <a:rPr lang="en-US" sz="2400" i="0" u="none" strike="noStrike" cap="none" spc="0">
                <a:ln>
                  <a:noFill/>
                </a:ln>
                <a:solidFill>
                  <a:schemeClr val="tx1"/>
                </a:solidFill>
                <a:latin typeface="Times New Roman"/>
                <a:ea typeface="Arial"/>
                <a:cs typeface="Times New Roman"/>
              </a:rPr>
              <a:t> Alam</a:t>
            </a:r>
            <a:endParaRPr/>
          </a:p>
          <a:p>
            <a:pPr marL="342900" marR="0" lvl="0" indent="-342900" algn="ctr" defTabSz="914400" rtl="0">
              <a:lnSpc>
                <a:spcPct val="114999"/>
              </a:lnSpc>
              <a:spcBef>
                <a:spcPts val="0"/>
              </a:spcBef>
              <a:spcAft>
                <a:spcPts val="0"/>
              </a:spcAft>
              <a:buClrTx/>
              <a:buSzTx/>
              <a:buFont typeface="Arial"/>
              <a:buNone/>
              <a:defRPr/>
            </a:pPr>
            <a:r>
              <a:rPr lang="en-US" sz="2400" i="0" u="none" strike="noStrike" cap="none" spc="0">
                <a:ln>
                  <a:noFill/>
                </a:ln>
                <a:solidFill>
                  <a:prstClr val="black"/>
                </a:solidFill>
                <a:latin typeface="Times New Roman"/>
                <a:ea typeface="Arial"/>
                <a:cs typeface="Times New Roman"/>
              </a:rPr>
              <a:t>Lecturer </a:t>
            </a:r>
            <a:endParaRPr/>
          </a:p>
          <a:p>
            <a:pPr marL="342900" marR="0" lvl="0" indent="-342900" algn="ctr" defTabSz="914400" rtl="0">
              <a:lnSpc>
                <a:spcPct val="114999"/>
              </a:lnSpc>
              <a:spcBef>
                <a:spcPts val="0"/>
              </a:spcBef>
              <a:spcAft>
                <a:spcPts val="0"/>
              </a:spcAft>
              <a:buClrTx/>
              <a:buSzTx/>
              <a:buFont typeface="Arial"/>
              <a:buNone/>
              <a:defRPr/>
            </a:pPr>
            <a:r>
              <a:rPr lang="en-US" sz="2400" b="0" i="0" u="none" strike="noStrike" cap="none" spc="0">
                <a:ln>
                  <a:noFill/>
                </a:ln>
                <a:solidFill>
                  <a:prstClr val="black"/>
                </a:solidFill>
                <a:latin typeface="Times New Roman"/>
                <a:ea typeface="Arial"/>
                <a:cs typeface="Times New Roman"/>
              </a:rPr>
              <a:t>Department of CSE </a:t>
            </a:r>
            <a:endParaRPr/>
          </a:p>
          <a:p>
            <a:pPr marL="342900" marR="0" lvl="0" indent="-342900" algn="ctr" defTabSz="914400" rtl="0">
              <a:lnSpc>
                <a:spcPct val="114999"/>
              </a:lnSpc>
              <a:spcBef>
                <a:spcPts val="0"/>
              </a:spcBef>
              <a:spcAft>
                <a:spcPts val="0"/>
              </a:spcAft>
              <a:buClrTx/>
              <a:buSzTx/>
              <a:buFont typeface="Arial"/>
              <a:buNone/>
              <a:defRPr/>
            </a:pPr>
            <a:r>
              <a:rPr lang="en-US" sz="2400" b="0" i="0" u="none" strike="noStrike" cap="none" spc="0">
                <a:ln>
                  <a:noFill/>
                </a:ln>
                <a:solidFill>
                  <a:prstClr val="black"/>
                </a:solidFill>
                <a:latin typeface="Times New Roman"/>
                <a:ea typeface="Arial"/>
                <a:cs typeface="Times New Roman"/>
              </a:rPr>
              <a:t>Daffodil International University</a:t>
            </a:r>
            <a:endParaRPr lang="en-US" sz="2400" b="0" i="0" u="none" strike="noStrike" cap="none" spc="0">
              <a:ln>
                <a:noFill/>
              </a:ln>
              <a:solidFill>
                <a:srgbClr val="0070C0"/>
              </a:solidFill>
              <a:latin typeface="Times New Roman"/>
              <a:ea typeface="Arial"/>
              <a:cs typeface="Times New Roman"/>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2000" advClick="1">
        <p:fade thruBlk="0"/>
      </p:transition>
    </mc:Choice>
    <mc:Fallback>
      <p:transition spd="slow" advClick="1">
        <p:fade thruBlk="0"/>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900304472" name="Title 1"/>
          <p:cNvSpPr>
            <a:spLocks noGrp="1"/>
          </p:cNvSpPr>
          <p:nvPr>
            <p:ph type="title"/>
          </p:nvPr>
        </p:nvSpPr>
        <p:spPr bwMode="auto">
          <a:xfrm>
            <a:off x="1981200" y="274638"/>
            <a:ext cx="8229600" cy="868362"/>
          </a:xfrm>
        </p:spPr>
        <p:txBody>
          <a:bodyPr/>
          <a:lstStyle/>
          <a:p>
            <a:pPr>
              <a:defRPr/>
            </a:pPr>
            <a:r>
              <a:rPr lang="en-US">
                <a:solidFill>
                  <a:srgbClr val="7030A0"/>
                </a:solidFill>
                <a:latin typeface="Times New Roman"/>
                <a:cs typeface="Times New Roman"/>
              </a:rPr>
              <a:t>Outline</a:t>
            </a:r>
            <a:endParaRPr lang="en-US">
              <a:solidFill>
                <a:srgbClr val="7030A0"/>
              </a:solidFill>
            </a:endParaRPr>
          </a:p>
        </p:txBody>
      </p:sp>
      <p:sp>
        <p:nvSpPr>
          <p:cNvPr id="1792224241" name="Content Placeholder 2"/>
          <p:cNvSpPr>
            <a:spLocks noGrp="1"/>
          </p:cNvSpPr>
          <p:nvPr>
            <p:ph sz="quarter" idx="13"/>
          </p:nvPr>
        </p:nvSpPr>
        <p:spPr bwMode="auto"/>
        <p:txBody>
          <a:bodyPr vertOverflow="overflow" horzOverflow="overflow" vert="horz" wrap="square" lIns="91440" tIns="45720" rIns="91440" bIns="45720" numCol="1" spcCol="0" rtlCol="0" fromWordArt="0" anchor="t" anchorCtr="0" forceAA="0" upright="0" compatLnSpc="0">
            <a:normAutofit/>
          </a:bodyPr>
          <a:lstStyle/>
          <a:p>
            <a:pPr>
              <a:buFont typeface="Wingdings"/>
              <a:buChar char="Ø"/>
              <a:defRPr/>
            </a:pPr>
            <a:r>
              <a:rPr lang="en-US" sz="2200">
                <a:solidFill>
                  <a:schemeClr val="tx1"/>
                </a:solidFill>
                <a:latin typeface="Times New Roman"/>
                <a:cs typeface="Times New Roman"/>
              </a:rPr>
              <a:t>Introduction</a:t>
            </a:r>
            <a:endParaRPr/>
          </a:p>
          <a:p>
            <a:pPr>
              <a:buFont typeface="Wingdings"/>
              <a:buChar char="Ø"/>
              <a:defRPr/>
            </a:pPr>
            <a:r>
              <a:rPr lang="en-US" sz="2200">
                <a:solidFill>
                  <a:schemeClr val="tx1"/>
                </a:solidFill>
                <a:latin typeface="Times New Roman"/>
                <a:cs typeface="Times New Roman"/>
              </a:rPr>
              <a:t>Objective</a:t>
            </a:r>
            <a:endParaRPr/>
          </a:p>
          <a:p>
            <a:pPr>
              <a:buFont typeface="Wingdings"/>
              <a:buChar char="Ø"/>
              <a:defRPr/>
            </a:pPr>
            <a:r>
              <a:rPr lang="en-US" sz="2200">
                <a:solidFill>
                  <a:schemeClr val="tx1"/>
                </a:solidFill>
                <a:latin typeface="Times New Roman"/>
                <a:cs typeface="Times New Roman"/>
              </a:rPr>
              <a:t>Background Study</a:t>
            </a:r>
            <a:endParaRPr/>
          </a:p>
          <a:p>
            <a:pPr>
              <a:buFont typeface="Wingdings"/>
              <a:buChar char="Ø"/>
              <a:defRPr/>
            </a:pPr>
            <a:r>
              <a:rPr lang="en-US" sz="2200">
                <a:solidFill>
                  <a:schemeClr val="tx1"/>
                </a:solidFill>
                <a:latin typeface="Times New Roman"/>
                <a:cs typeface="Times New Roman"/>
              </a:rPr>
              <a:t>Gap Analysis</a:t>
            </a:r>
            <a:endParaRPr/>
          </a:p>
          <a:p>
            <a:pPr>
              <a:buFont typeface="Wingdings"/>
              <a:buChar char="Ø"/>
              <a:defRPr/>
            </a:pPr>
            <a:r>
              <a:rPr lang="en-US" sz="2200">
                <a:solidFill>
                  <a:schemeClr val="tx1"/>
                </a:solidFill>
                <a:latin typeface="Times New Roman"/>
                <a:cs typeface="Times New Roman"/>
              </a:rPr>
              <a:t>Methodology</a:t>
            </a:r>
            <a:endParaRPr/>
          </a:p>
          <a:p>
            <a:pPr>
              <a:buFont typeface="Wingdings"/>
              <a:buChar char="Ø"/>
              <a:defRPr/>
            </a:pPr>
            <a:r>
              <a:rPr lang="en-US" sz="2200">
                <a:solidFill>
                  <a:schemeClr val="tx1"/>
                </a:solidFill>
                <a:latin typeface="Times New Roman"/>
                <a:cs typeface="Times New Roman"/>
              </a:rPr>
              <a:t>Results &amp; Analysis</a:t>
            </a:r>
            <a:endParaRPr/>
          </a:p>
          <a:p>
            <a:pPr>
              <a:buFont typeface="Wingdings"/>
              <a:buChar char="Ø"/>
              <a:defRPr/>
            </a:pPr>
            <a:r>
              <a:rPr lang="en-US" sz="2200">
                <a:solidFill>
                  <a:schemeClr val="tx1"/>
                </a:solidFill>
                <a:latin typeface="Times New Roman"/>
                <a:cs typeface="Times New Roman"/>
              </a:rPr>
              <a:t>Novelty of the Work</a:t>
            </a:r>
            <a:endParaRPr/>
          </a:p>
          <a:p>
            <a:pPr>
              <a:buFont typeface="Wingdings"/>
              <a:buChar char="Ø"/>
              <a:defRPr/>
            </a:pPr>
            <a:r>
              <a:rPr lang="en-US" sz="2200">
                <a:solidFill>
                  <a:schemeClr val="tx1"/>
                </a:solidFill>
                <a:latin typeface="Times New Roman"/>
                <a:cs typeface="Times New Roman"/>
              </a:rPr>
              <a:t>Web Interface </a:t>
            </a:r>
            <a:endParaRPr/>
          </a:p>
          <a:p>
            <a:pPr>
              <a:buFont typeface="Wingdings"/>
              <a:buChar char="Ø"/>
              <a:defRPr/>
            </a:pPr>
            <a:r>
              <a:rPr lang="en-US" sz="2200">
                <a:solidFill>
                  <a:schemeClr val="tx1"/>
                </a:solidFill>
                <a:latin typeface="Times New Roman"/>
                <a:cs typeface="Times New Roman"/>
              </a:rPr>
              <a:t>Conclusion</a:t>
            </a:r>
            <a:endParaRPr/>
          </a:p>
          <a:p>
            <a:pPr>
              <a:buFont typeface="Wingdings"/>
              <a:buChar char="Ø"/>
              <a:defRPr/>
            </a:pPr>
            <a:r>
              <a:rPr lang="en-US" sz="2200">
                <a:solidFill>
                  <a:schemeClr val="tx1"/>
                </a:solidFill>
                <a:latin typeface="Times New Roman"/>
                <a:cs typeface="Times New Roman"/>
              </a:rPr>
              <a:t>References</a:t>
            </a:r>
            <a:endParaRPr/>
          </a:p>
          <a:p>
            <a:pPr>
              <a:buNone/>
              <a:defRPr/>
            </a:pPr>
            <a:endParaRPr lang="en-US"/>
          </a:p>
        </p:txBody>
      </p:sp>
      <p:sp>
        <p:nvSpPr>
          <p:cNvPr id="742280821" name="Slide Number Placeholder 3"/>
          <p:cNvSpPr>
            <a:spLocks noGrp="1"/>
          </p:cNvSpPr>
          <p:nvPr>
            <p:ph type="sldNum" sz="quarter" idx="16"/>
          </p:nvPr>
        </p:nvSpPr>
        <p:spPr bwMode="auto">
          <a:xfrm>
            <a:off x="9296400" y="5989637"/>
            <a:ext cx="2844800" cy="365125"/>
          </a:xfrm>
        </p:spPr>
        <p:txBody>
          <a:bodyPr/>
          <a:lstStyle/>
          <a:p>
            <a:pPr>
              <a:defRPr/>
            </a:pPr>
            <a:fld id="{4CD333A3-7515-47B8-9EDC-EE0892D9C861}" type="slidenum">
              <a:rPr lang="en-US"/>
              <a:t>2</a:t>
            </a:fld>
            <a:endParaRPr lang="en-US"/>
          </a:p>
        </p:txBody>
      </p:sp>
      <p:sp>
        <p:nvSpPr>
          <p:cNvPr id="683313327" name="TextBox 4"/>
          <p:cNvSpPr txBox="1"/>
          <p:nvPr/>
        </p:nvSpPr>
        <p:spPr bwMode="auto">
          <a:xfrm>
            <a:off x="8915400" y="6412468"/>
            <a:ext cx="3276600" cy="369332"/>
          </a:xfrm>
          <a:prstGeom prst="rect">
            <a:avLst/>
          </a:prstGeom>
          <a:solidFill>
            <a:srgbClr val="4F81BD"/>
          </a:solidFill>
        </p:spPr>
        <p:txBody>
          <a:bodyPr wrap="square" rtlCol="0">
            <a:spAutoFit/>
          </a:bodyPr>
          <a:lstStyle/>
          <a:p>
            <a:pPr algn="r">
              <a:defRPr/>
            </a:pPr>
            <a:r>
              <a:rPr lang="en-US" b="1">
                <a:solidFill>
                  <a:schemeClr val="bg1"/>
                </a:solidFill>
              </a:rPr>
              <a:t>B.Sc. Final-Defense</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2000" advClick="1">
        <p:push dir="r"/>
      </p:transition>
    </mc:Choice>
    <mc:Fallback>
      <p:transition spd="slow" advClick="1">
        <p:push dir="r"/>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5767460" name="Title 1"/>
          <p:cNvSpPr>
            <a:spLocks noGrp="1"/>
          </p:cNvSpPr>
          <p:nvPr>
            <p:ph type="title"/>
          </p:nvPr>
        </p:nvSpPr>
        <p:spPr bwMode="auto">
          <a:xfrm>
            <a:off x="1981200" y="274638"/>
            <a:ext cx="8229600" cy="868362"/>
          </a:xfrm>
        </p:spPr>
        <p:txBody>
          <a:bodyPr/>
          <a:lstStyle/>
          <a:p>
            <a:pPr>
              <a:defRPr/>
            </a:pPr>
            <a:r>
              <a:rPr lang="en-US">
                <a:solidFill>
                  <a:srgbClr val="7030A0"/>
                </a:solidFill>
                <a:latin typeface="Times New Roman"/>
                <a:cs typeface="Times New Roman"/>
              </a:rPr>
              <a:t>Introduction</a:t>
            </a:r>
            <a:endParaRPr lang="en-US">
              <a:solidFill>
                <a:srgbClr val="7030A0"/>
              </a:solidFill>
            </a:endParaRPr>
          </a:p>
        </p:txBody>
      </p:sp>
      <p:sp>
        <p:nvSpPr>
          <p:cNvPr id="35731096" name="Slide Number Placeholder 3"/>
          <p:cNvSpPr>
            <a:spLocks noGrp="1"/>
          </p:cNvSpPr>
          <p:nvPr>
            <p:ph type="sldNum" sz="quarter" idx="16"/>
          </p:nvPr>
        </p:nvSpPr>
        <p:spPr bwMode="auto">
          <a:xfrm>
            <a:off x="9347200" y="6019800"/>
            <a:ext cx="2844800" cy="365125"/>
          </a:xfrm>
        </p:spPr>
        <p:txBody>
          <a:bodyPr/>
          <a:lstStyle/>
          <a:p>
            <a:pPr>
              <a:defRPr/>
            </a:pPr>
            <a:fld id="{4CD333A3-7515-47B8-9EDC-EE0892D9C861}" type="slidenum">
              <a:rPr lang="en-US"/>
              <a:t>3</a:t>
            </a:fld>
            <a:endParaRPr lang="en-US"/>
          </a:p>
        </p:txBody>
      </p:sp>
      <p:sp>
        <p:nvSpPr>
          <p:cNvPr id="595977534" name="TextBox 4"/>
          <p:cNvSpPr txBox="1"/>
          <p:nvPr/>
        </p:nvSpPr>
        <p:spPr bwMode="auto">
          <a:xfrm>
            <a:off x="8915400" y="6412468"/>
            <a:ext cx="3276600" cy="369332"/>
          </a:xfrm>
          <a:prstGeom prst="rect">
            <a:avLst/>
          </a:prstGeom>
          <a:solidFill>
            <a:srgbClr val="4F81BD"/>
          </a:solidFill>
        </p:spPr>
        <p:txBody>
          <a:bodyPr wrap="square" rtlCol="0">
            <a:spAutoFit/>
          </a:bodyPr>
          <a:lstStyle/>
          <a:p>
            <a:pPr algn="r">
              <a:defRPr/>
            </a:pPr>
            <a:r>
              <a:rPr lang="en-US" b="1">
                <a:solidFill>
                  <a:schemeClr val="bg1"/>
                </a:solidFill>
              </a:rPr>
              <a:t>B.Sc. Final-Defense</a:t>
            </a:r>
            <a:endParaRPr/>
          </a:p>
        </p:txBody>
      </p:sp>
      <p:sp>
        <p:nvSpPr>
          <p:cNvPr id="1532349764" name="TextBox 2"/>
          <p:cNvSpPr txBox="1"/>
          <p:nvPr/>
        </p:nvSpPr>
        <p:spPr bwMode="auto">
          <a:xfrm>
            <a:off x="5204011" y="2528047"/>
            <a:ext cx="1828800" cy="1828800"/>
          </a:xfrm>
          <a:prstGeom prst="rect">
            <a:avLst/>
          </a:prstGeom>
          <a:noFill/>
        </p:spPr>
        <p:txBody>
          <a:bodyPr wrap="square" rtlCol="0">
            <a:spAutoFit/>
          </a:bodyPr>
          <a:lstStyle/>
          <a:p>
            <a:pPr algn="l">
              <a:defRPr/>
            </a:pPr>
            <a:endParaRPr lang="en-US"/>
          </a:p>
        </p:txBody>
      </p:sp>
      <p:sp>
        <p:nvSpPr>
          <p:cNvPr id="402387587" name="Content Placeholder 2"/>
          <p:cNvSpPr>
            <a:spLocks noGrp="1"/>
          </p:cNvSpPr>
          <p:nvPr>
            <p:ph sz="quarter" idx="13"/>
          </p:nvPr>
        </p:nvSpPr>
        <p:spPr bwMode="auto">
          <a:xfrm>
            <a:off x="761998" y="1516060"/>
            <a:ext cx="10515600" cy="4503736"/>
          </a:xfrm>
        </p:spPr>
        <p:txBody>
          <a:bodyPr>
            <a:normAutofit fontScale="85000" lnSpcReduction="10000"/>
          </a:bodyPr>
          <a:lstStyle/>
          <a:p>
            <a:pPr algn="just">
              <a:lnSpc>
                <a:spcPct val="150000"/>
              </a:lnSpc>
              <a:buFont typeface="Wingdings"/>
              <a:buChar char="Ø"/>
              <a:defRPr/>
            </a:pPr>
            <a:r>
              <a:rPr lang="en-US" sz="3000">
                <a:solidFill>
                  <a:schemeClr val="tx1"/>
                </a:solidFill>
                <a:latin typeface="Times New Roman"/>
                <a:cs typeface="Times New Roman"/>
              </a:rPr>
              <a:t>Campus security relies on identifying individuals by their roles: Student, Teacher, or Admin.</a:t>
            </a:r>
            <a:endParaRPr/>
          </a:p>
          <a:p>
            <a:pPr algn="just">
              <a:lnSpc>
                <a:spcPct val="150000"/>
              </a:lnSpc>
              <a:buFont typeface="Wingdings"/>
              <a:buChar char="Ø"/>
              <a:defRPr/>
            </a:pPr>
            <a:r>
              <a:rPr lang="en-US" sz="3000">
                <a:solidFill>
                  <a:schemeClr val="tx1"/>
                </a:solidFill>
                <a:latin typeface="Times New Roman"/>
                <a:cs typeface="Times New Roman"/>
              </a:rPr>
              <a:t>Currently, role verification is done manually by inspecting ID card ribbons.</a:t>
            </a:r>
            <a:endParaRPr/>
          </a:p>
          <a:p>
            <a:pPr algn="just">
              <a:lnSpc>
                <a:spcPct val="150000"/>
              </a:lnSpc>
              <a:buFont typeface="Wingdings"/>
              <a:buChar char="Ø"/>
              <a:defRPr/>
            </a:pPr>
            <a:r>
              <a:rPr lang="en-US" sz="3000">
                <a:solidFill>
                  <a:schemeClr val="tx1"/>
                </a:solidFill>
                <a:latin typeface="Times New Roman"/>
                <a:cs typeface="Times New Roman"/>
              </a:rPr>
              <a:t>This process is inefficient and prone to human error.</a:t>
            </a:r>
            <a:endParaRPr/>
          </a:p>
          <a:p>
            <a:pPr algn="just">
              <a:lnSpc>
                <a:spcPct val="150000"/>
              </a:lnSpc>
              <a:buFont typeface="Wingdings"/>
              <a:buChar char="Ø"/>
              <a:defRPr/>
            </a:pPr>
            <a:r>
              <a:rPr lang="en-US" sz="3000">
                <a:solidFill>
                  <a:schemeClr val="tx1"/>
                </a:solidFill>
                <a:latin typeface="Times New Roman"/>
                <a:cs typeface="Times New Roman"/>
              </a:rPr>
              <a:t>Our research uses YOLOv11 to automate ribbon-based role detection.</a:t>
            </a:r>
            <a:endParaRPr/>
          </a:p>
          <a:p>
            <a:pPr algn="just">
              <a:lnSpc>
                <a:spcPct val="150000"/>
              </a:lnSpc>
              <a:buFont typeface="Wingdings"/>
              <a:buChar char="Ø"/>
              <a:defRPr/>
            </a:pPr>
            <a:r>
              <a:rPr lang="en-US" sz="3000">
                <a:solidFill>
                  <a:schemeClr val="tx1"/>
                </a:solidFill>
                <a:latin typeface="Times New Roman"/>
                <a:cs typeface="Times New Roman"/>
              </a:rPr>
              <a:t>The goal is to build a lightweight, accurate, and real-time detection system.</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2000" advClick="1">
        <p:push dir="l"/>
      </p:transition>
    </mc:Choice>
    <mc:Fallback>
      <p:transition spd="slow" advClick="1">
        <p:push dir="l"/>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858735872" name="Title 1"/>
          <p:cNvSpPr>
            <a:spLocks noGrp="1"/>
          </p:cNvSpPr>
          <p:nvPr>
            <p:ph type="title"/>
          </p:nvPr>
        </p:nvSpPr>
        <p:spPr bwMode="auto">
          <a:xfrm>
            <a:off x="1981200" y="274638"/>
            <a:ext cx="8229600" cy="868362"/>
          </a:xfrm>
        </p:spPr>
        <p:txBody>
          <a:bodyPr/>
          <a:lstStyle/>
          <a:p>
            <a:pPr>
              <a:defRPr/>
            </a:pPr>
            <a:r>
              <a:rPr lang="en-US">
                <a:solidFill>
                  <a:srgbClr val="7030A0"/>
                </a:solidFill>
                <a:latin typeface="Times New Roman"/>
                <a:cs typeface="Times New Roman"/>
              </a:rPr>
              <a:t>Objective</a:t>
            </a:r>
            <a:endParaRPr lang="en-US">
              <a:solidFill>
                <a:srgbClr val="7030A0"/>
              </a:solidFill>
            </a:endParaRPr>
          </a:p>
        </p:txBody>
      </p:sp>
      <p:sp>
        <p:nvSpPr>
          <p:cNvPr id="722375612" name="Slide Number Placeholder 3"/>
          <p:cNvSpPr>
            <a:spLocks noGrp="1"/>
          </p:cNvSpPr>
          <p:nvPr>
            <p:ph type="sldNum" sz="quarter" idx="16"/>
          </p:nvPr>
        </p:nvSpPr>
        <p:spPr bwMode="auto">
          <a:xfrm>
            <a:off x="9350248" y="5989637"/>
            <a:ext cx="2844800" cy="365125"/>
          </a:xfrm>
        </p:spPr>
        <p:txBody>
          <a:bodyPr/>
          <a:lstStyle/>
          <a:p>
            <a:pPr>
              <a:defRPr/>
            </a:pPr>
            <a:fld id="{4CD333A3-7515-47B8-9EDC-EE0892D9C861}" type="slidenum">
              <a:rPr lang="en-US"/>
              <a:t>4</a:t>
            </a:fld>
            <a:endParaRPr lang="en-US"/>
          </a:p>
        </p:txBody>
      </p:sp>
      <p:sp>
        <p:nvSpPr>
          <p:cNvPr id="267528338" name="TextBox 4"/>
          <p:cNvSpPr txBox="1"/>
          <p:nvPr/>
        </p:nvSpPr>
        <p:spPr bwMode="auto">
          <a:xfrm>
            <a:off x="8915400" y="6412468"/>
            <a:ext cx="3276600" cy="369332"/>
          </a:xfrm>
          <a:prstGeom prst="rect">
            <a:avLst/>
          </a:prstGeom>
          <a:solidFill>
            <a:srgbClr val="4F81BD"/>
          </a:solidFill>
        </p:spPr>
        <p:txBody>
          <a:bodyPr wrap="square" rtlCol="0">
            <a:spAutoFit/>
          </a:bodyPr>
          <a:lstStyle/>
          <a:p>
            <a:pPr algn="r">
              <a:defRPr/>
            </a:pPr>
            <a:r>
              <a:rPr lang="en-US" b="1">
                <a:solidFill>
                  <a:schemeClr val="bg1"/>
                </a:solidFill>
              </a:rPr>
              <a:t>B.Sc. Final-Defense</a:t>
            </a:r>
            <a:endParaRPr/>
          </a:p>
        </p:txBody>
      </p:sp>
      <p:sp>
        <p:nvSpPr>
          <p:cNvPr id="2111033432" name="Content Placeholder 2"/>
          <p:cNvSpPr>
            <a:spLocks noGrp="1"/>
          </p:cNvSpPr>
          <p:nvPr>
            <p:ph sz="quarter" idx="13"/>
          </p:nvPr>
        </p:nvSpPr>
        <p:spPr bwMode="auto">
          <a:xfrm>
            <a:off x="822611" y="1480702"/>
            <a:ext cx="10287000" cy="3690379"/>
          </a:xfrm>
        </p:spPr>
        <p:txBody>
          <a:bodyPr vertOverflow="overflow" horzOverflow="overflow" vert="horz" wrap="square" lIns="91440" tIns="45720" rIns="91440" bIns="45720" numCol="1" spcCol="0" rtlCol="0" fromWordArt="0" anchor="t" anchorCtr="0" forceAA="0" upright="0" compatLnSpc="0">
            <a:normAutofit fontScale="95000" lnSpcReduction="1000"/>
          </a:bodyPr>
          <a:lstStyle/>
          <a:p>
            <a:pPr algn="just">
              <a:lnSpc>
                <a:spcPct val="114999"/>
              </a:lnSpc>
              <a:defRPr/>
            </a:pPr>
            <a:r>
              <a:rPr lang="en-US" sz="2800" b="0" i="0" u="none" strike="noStrike" cap="none" spc="0">
                <a:solidFill>
                  <a:schemeClr val="tx1"/>
                </a:solidFill>
                <a:latin typeface="Times New Roman"/>
                <a:ea typeface="Times New Roman"/>
                <a:cs typeface="Times New Roman"/>
              </a:rPr>
              <a:t>Install a vision system which tracks ID card ribbons in real time.</a:t>
            </a:r>
            <a:endParaRPr lang="en-US" sz="2800" b="0" i="0" u="none" strike="noStrike" cap="none" spc="0">
              <a:solidFill>
                <a:schemeClr val="tx1"/>
              </a:solidFill>
              <a:latin typeface="Times New Roman"/>
              <a:cs typeface="Times New Roman"/>
            </a:endParaRPr>
          </a:p>
          <a:p>
            <a:pPr algn="just">
              <a:lnSpc>
                <a:spcPct val="114999"/>
              </a:lnSpc>
              <a:defRPr/>
            </a:pPr>
            <a:r>
              <a:rPr lang="en-US" sz="2800" b="0" i="0" u="none" strike="noStrike" cap="none" spc="0">
                <a:solidFill>
                  <a:schemeClr val="tx1"/>
                </a:solidFill>
                <a:latin typeface="Times New Roman"/>
                <a:ea typeface="Times New Roman"/>
                <a:cs typeface="Times New Roman"/>
              </a:rPr>
              <a:t>Assign people the roles of student, teacher, and administration (according to the </a:t>
            </a:r>
            <a:r>
              <a:rPr lang="en-US" sz="2800" b="0" i="0" u="none" strike="noStrike" cap="none" spc="0">
                <a:solidFill>
                  <a:schemeClr val="tx1"/>
                </a:solidFill>
                <a:latin typeface="Times New Roman"/>
                <a:ea typeface="Times New Roman"/>
                <a:cs typeface="Times New Roman"/>
              </a:rPr>
              <a:t>color of ribbon).</a:t>
            </a:r>
            <a:endParaRPr lang="en-US" sz="2800" b="0" i="0" u="none" strike="noStrike" cap="none" spc="0">
              <a:solidFill>
                <a:schemeClr val="tx1"/>
              </a:solidFill>
              <a:latin typeface="Times New Roman"/>
              <a:cs typeface="Times New Roman"/>
            </a:endParaRPr>
          </a:p>
          <a:p>
            <a:pPr algn="just">
              <a:lnSpc>
                <a:spcPct val="114999"/>
              </a:lnSpc>
              <a:defRPr/>
            </a:pPr>
            <a:r>
              <a:rPr lang="en-US" sz="2800" b="0" i="0" u="none" strike="noStrike" cap="none" spc="0">
                <a:solidFill>
                  <a:schemeClr val="tx1"/>
                </a:solidFill>
                <a:latin typeface="Times New Roman"/>
                <a:ea typeface="Times New Roman"/>
                <a:cs typeface="Times New Roman"/>
              </a:rPr>
              <a:t>Train YOLOv11s and YOLOv11m with different epoch to find the most accurate </a:t>
            </a:r>
            <a:r>
              <a:rPr lang="en-US" sz="2800" b="0" i="0" u="none" strike="noStrike" cap="none" spc="0">
                <a:solidFill>
                  <a:schemeClr val="tx1"/>
                </a:solidFill>
                <a:latin typeface="Times New Roman"/>
                <a:ea typeface="Times New Roman"/>
                <a:cs typeface="Times New Roman"/>
              </a:rPr>
              <a:t>model.</a:t>
            </a:r>
            <a:endParaRPr lang="en-US" sz="2800" b="0" i="0" u="none" strike="noStrike" cap="none" spc="0">
              <a:solidFill>
                <a:schemeClr val="tx1"/>
              </a:solidFill>
              <a:latin typeface="Times New Roman"/>
              <a:cs typeface="Times New Roman"/>
            </a:endParaRPr>
          </a:p>
          <a:p>
            <a:pPr algn="just">
              <a:lnSpc>
                <a:spcPct val="114999"/>
              </a:lnSpc>
              <a:defRPr/>
            </a:pPr>
            <a:r>
              <a:rPr lang="en-US" sz="2800" b="0" i="0" u="none" strike="noStrike" cap="none" spc="0">
                <a:solidFill>
                  <a:schemeClr val="tx1"/>
                </a:solidFill>
                <a:latin typeface="Times New Roman"/>
                <a:ea typeface="Times New Roman"/>
                <a:cs typeface="Times New Roman"/>
              </a:rPr>
              <a:t>Reduce manual verification and human error.</a:t>
            </a:r>
            <a:endParaRPr lang="en-US" sz="2800" b="0" i="0" u="none" strike="noStrike" cap="none" spc="0">
              <a:solidFill>
                <a:schemeClr val="tx1"/>
              </a:solidFill>
              <a:latin typeface="Times New Roman"/>
              <a:cs typeface="Times New Roman"/>
            </a:endParaRPr>
          </a:p>
          <a:p>
            <a:pPr algn="just">
              <a:lnSpc>
                <a:spcPct val="114999"/>
              </a:lnSpc>
              <a:defRPr/>
            </a:pPr>
            <a:r>
              <a:rPr lang="en-US" sz="2800" b="0" i="0" u="none" strike="noStrike" cap="none" spc="0">
                <a:solidFill>
                  <a:schemeClr val="tx1"/>
                </a:solidFill>
                <a:latin typeface="Times New Roman"/>
                <a:ea typeface="Times New Roman"/>
                <a:cs typeface="Times New Roman"/>
              </a:rPr>
              <a:t>Provide a scalable and cost-effective security solution for institutions.</a:t>
            </a:r>
            <a:endParaRPr lang="en-US" sz="2800" b="0" i="0" u="none" strike="noStrike" cap="none" spc="0">
              <a:solidFill>
                <a:schemeClr val="tx1"/>
              </a:solidFill>
              <a:latin typeface="Times New Roman"/>
              <a:cs typeface="Times New Roman"/>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2000" advClick="1">
        <p:wipe dir="d"/>
      </p:transition>
    </mc:Choice>
    <mc:Fallback>
      <p:transition spd="slow" advClick="1">
        <p:wipe dir="d"/>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432289186" name="Title 1"/>
          <p:cNvSpPr>
            <a:spLocks noGrp="1"/>
          </p:cNvSpPr>
          <p:nvPr>
            <p:ph type="title"/>
          </p:nvPr>
        </p:nvSpPr>
        <p:spPr bwMode="auto">
          <a:xfrm>
            <a:off x="1981200" y="274638"/>
            <a:ext cx="8229600" cy="868362"/>
          </a:xfrm>
        </p:spPr>
        <p:txBody>
          <a:bodyPr/>
          <a:lstStyle/>
          <a:p>
            <a:pPr>
              <a:defRPr/>
            </a:pPr>
            <a:r>
              <a:rPr lang="en-US">
                <a:solidFill>
                  <a:srgbClr val="7030A0"/>
                </a:solidFill>
                <a:latin typeface="Times New Roman"/>
                <a:cs typeface="Times New Roman"/>
              </a:rPr>
              <a:t>Background Study</a:t>
            </a:r>
            <a:endParaRPr lang="en-US">
              <a:solidFill>
                <a:srgbClr val="7030A0"/>
              </a:solidFill>
            </a:endParaRPr>
          </a:p>
        </p:txBody>
      </p:sp>
      <p:sp>
        <p:nvSpPr>
          <p:cNvPr id="1492313987" name="Slide Number Placeholder 3"/>
          <p:cNvSpPr>
            <a:spLocks noGrp="1"/>
          </p:cNvSpPr>
          <p:nvPr>
            <p:ph type="sldNum" sz="quarter" idx="16"/>
          </p:nvPr>
        </p:nvSpPr>
        <p:spPr bwMode="auto">
          <a:xfrm>
            <a:off x="9319768" y="5975351"/>
            <a:ext cx="2844800" cy="365125"/>
          </a:xfrm>
        </p:spPr>
        <p:txBody>
          <a:bodyPr/>
          <a:lstStyle/>
          <a:p>
            <a:pPr>
              <a:defRPr/>
            </a:pPr>
            <a:fld id="{4CD333A3-7515-47B8-9EDC-EE0892D9C861}" type="slidenum">
              <a:rPr lang="en-US"/>
              <a:t>5</a:t>
            </a:fld>
            <a:endParaRPr lang="en-US"/>
          </a:p>
        </p:txBody>
      </p:sp>
      <p:sp>
        <p:nvSpPr>
          <p:cNvPr id="919591677" name="TextBox 5"/>
          <p:cNvSpPr txBox="1"/>
          <p:nvPr/>
        </p:nvSpPr>
        <p:spPr bwMode="auto">
          <a:xfrm>
            <a:off x="8915400" y="6412468"/>
            <a:ext cx="3276600" cy="369332"/>
          </a:xfrm>
          <a:prstGeom prst="rect">
            <a:avLst/>
          </a:prstGeom>
          <a:solidFill>
            <a:srgbClr val="4F81BD"/>
          </a:solidFill>
        </p:spPr>
        <p:txBody>
          <a:bodyPr wrap="square" rtlCol="0">
            <a:spAutoFit/>
          </a:bodyPr>
          <a:lstStyle/>
          <a:p>
            <a:pPr algn="r">
              <a:defRPr/>
            </a:pPr>
            <a:r>
              <a:rPr lang="en-US" b="1">
                <a:solidFill>
                  <a:schemeClr val="bg1"/>
                </a:solidFill>
              </a:rPr>
              <a:t>B.Sc. Final-Defense</a:t>
            </a:r>
            <a:endParaRPr/>
          </a:p>
        </p:txBody>
      </p:sp>
      <p:graphicFrame>
        <p:nvGraphicFramePr>
          <p:cNvPr id="1770892397" name="Table 4"/>
          <p:cNvGraphicFramePr>
            <a:graphicFrameLocks xmlns:a="http://schemas.openxmlformats.org/drawingml/2006/main"/>
          </p:cNvGraphicFramePr>
          <p:nvPr/>
        </p:nvGraphicFramePr>
        <p:xfrm rot="0">
          <a:off x="152398" y="1371600"/>
          <a:ext cx="11887200" cy="4334096"/>
        </p:xfrm>
        <a:graphic>
          <a:graphicData uri="http://schemas.openxmlformats.org/drawingml/2006/table">
            <a:tbl>
              <a:tblPr firstRow="1" firstCol="0" lastRow="0" lastCol="0" bandRow="1" bandCol="0">
                <a:tableStyleId>{7DF18680-E054-41AD-8BC1-D1AEF772440D}</a:tableStyleId>
              </a:tblPr>
              <a:tblGrid>
                <a:gridCol w="2438398"/>
                <a:gridCol w="3124198"/>
                <a:gridCol w="2971800"/>
                <a:gridCol w="3352798"/>
              </a:tblGrid>
              <a:tr h="480124">
                <a:tc>
                  <a:txBody>
                    <a:bodyPr/>
                    <a:p>
                      <a:pPr algn="ctr">
                        <a:defRPr/>
                      </a:pPr>
                      <a:r>
                        <a:rPr lang="en-US" sz="1700" b="0">
                          <a:solidFill>
                            <a:schemeClr val="bg1"/>
                          </a:solidFill>
                        </a:rPr>
                        <a:t>Authors</a:t>
                      </a:r>
                      <a:endParaRPr/>
                    </a:p>
                  </a:txBody>
                  <a:tcPr/>
                </a:tc>
                <a:tc>
                  <a:txBody>
                    <a:bodyPr/>
                    <a:p>
                      <a:pPr algn="ctr">
                        <a:defRPr/>
                      </a:pPr>
                      <a:r>
                        <a:rPr lang="en-US" sz="1700">
                          <a:solidFill>
                            <a:schemeClr val="bg1"/>
                          </a:solidFill>
                        </a:rPr>
                        <a:t>Study Focus	</a:t>
                      </a:r>
                      <a:endParaRPr/>
                    </a:p>
                  </a:txBody>
                  <a:tcPr/>
                </a:tc>
                <a:tc>
                  <a:txBody>
                    <a:bodyPr/>
                    <a:p>
                      <a:pPr algn="ctr">
                        <a:defRPr/>
                      </a:pPr>
                      <a:r>
                        <a:rPr lang="en-US" sz="1700">
                          <a:solidFill>
                            <a:schemeClr val="bg1"/>
                          </a:solidFill>
                        </a:rPr>
                        <a:t>Methodology</a:t>
                      </a:r>
                      <a:endParaRPr/>
                    </a:p>
                  </a:txBody>
                  <a:tcPr/>
                </a:tc>
                <a:tc>
                  <a:txBody>
                    <a:bodyPr/>
                    <a:p>
                      <a:pPr algn="ctr">
                        <a:defRPr/>
                      </a:pPr>
                      <a:r>
                        <a:rPr lang="en-US" sz="1700">
                          <a:solidFill>
                            <a:schemeClr val="bg1"/>
                          </a:solidFill>
                        </a:rPr>
                        <a:t>Results</a:t>
                      </a:r>
                      <a:endParaRPr/>
                    </a:p>
                  </a:txBody>
                  <a:tcPr/>
                </a:tc>
              </a:tr>
              <a:tr h="753507">
                <a:tc>
                  <a:txBody>
                    <a:bodyPr/>
                    <a:p>
                      <a:pPr>
                        <a:defRPr/>
                      </a:pPr>
                      <a:r>
                        <a:rPr lang="en-US" sz="1700" b="0"/>
                        <a:t>Aung (2022-2023)</a:t>
                      </a:r>
                      <a:endParaRPr/>
                    </a:p>
                  </a:txBody>
                  <a:tcPr/>
                </a:tc>
                <a:tc>
                  <a:txBody>
                    <a:bodyPr/>
                    <a:p>
                      <a:pPr>
                        <a:defRPr/>
                      </a:pPr>
                      <a:r>
                        <a:rPr lang="en-US" sz="1700"/>
                        <a:t>Campus Security with Face Recognition</a:t>
                      </a:r>
                      <a:endParaRPr/>
                    </a:p>
                  </a:txBody>
                  <a:tcPr anchor="ctr"/>
                </a:tc>
                <a:tc>
                  <a:txBody>
                    <a:bodyPr/>
                    <a:p>
                      <a:pPr>
                        <a:defRPr/>
                      </a:pPr>
                      <a:r>
                        <a:rPr lang="en-US" sz="1700"/>
                        <a:t>Haar Cascade, LBPH, Student &amp; Staff Database</a:t>
                      </a:r>
                      <a:endParaRPr/>
                    </a:p>
                  </a:txBody>
                  <a:tcPr anchor="ctr"/>
                </a:tc>
                <a:tc>
                  <a:txBody>
                    <a:bodyPr/>
                    <a:p>
                      <a:pPr>
                        <a:defRPr/>
                      </a:pPr>
                      <a:r>
                        <a:rPr lang="en-US" sz="1700"/>
                        <a:t>90% accuracy in time-in/time-out automation for campus identification.</a:t>
                      </a:r>
                      <a:endParaRPr/>
                    </a:p>
                  </a:txBody>
                  <a:tcPr anchor="ctr"/>
                </a:tc>
              </a:tr>
              <a:tr h="753507">
                <a:tc>
                  <a:txBody>
                    <a:bodyPr/>
                    <a:p>
                      <a:pPr>
                        <a:defRPr/>
                      </a:pPr>
                      <a:r>
                        <a:rPr lang="en-US" sz="1700" b="0"/>
                        <a:t>Bourdima et al. (2024)</a:t>
                      </a:r>
                      <a:endParaRPr/>
                    </a:p>
                  </a:txBody>
                  <a:tcPr/>
                </a:tc>
                <a:tc>
                  <a:txBody>
                    <a:bodyPr/>
                    <a:p>
                      <a:pPr>
                        <a:defRPr/>
                      </a:pPr>
                      <a:r>
                        <a:rPr lang="en-US" sz="1700"/>
                        <a:t>Real-time Face Recognition for Security</a:t>
                      </a:r>
                      <a:endParaRPr/>
                    </a:p>
                  </a:txBody>
                  <a:tcPr anchor="ctr"/>
                </a:tc>
                <a:tc>
                  <a:txBody>
                    <a:bodyPr/>
                    <a:p>
                      <a:pPr>
                        <a:defRPr/>
                      </a:pPr>
                      <a:r>
                        <a:rPr lang="en-US" sz="1700"/>
                        <a:t>MTCNN, Inception-ResNet-v1, Deep Learning</a:t>
                      </a:r>
                      <a:endParaRPr/>
                    </a:p>
                  </a:txBody>
                  <a:tcPr anchor="ctr"/>
                </a:tc>
                <a:tc>
                  <a:txBody>
                    <a:bodyPr/>
                    <a:p>
                      <a:pPr>
                        <a:defRPr/>
                      </a:pPr>
                      <a:r>
                        <a:rPr lang="en-US" sz="1700"/>
                        <a:t>High accuracy in detecting unauthorized access at institutions.</a:t>
                      </a:r>
                      <a:endParaRPr/>
                    </a:p>
                  </a:txBody>
                  <a:tcPr anchor="ctr"/>
                </a:tc>
              </a:tr>
              <a:tr h="753507">
                <a:tc>
                  <a:txBody>
                    <a:bodyPr/>
                    <a:p>
                      <a:pPr>
                        <a:defRPr/>
                      </a:pPr>
                      <a:r>
                        <a:rPr lang="en-US" sz="1700" b="0"/>
                        <a:t>Deepalakshmi et al. (2023)	</a:t>
                      </a:r>
                      <a:endParaRPr/>
                    </a:p>
                  </a:txBody>
                  <a:tcPr/>
                </a:tc>
                <a:tc>
                  <a:txBody>
                    <a:bodyPr/>
                    <a:p>
                      <a:pPr>
                        <a:defRPr/>
                      </a:pPr>
                      <a:r>
                        <a:rPr lang="en-US" sz="1700"/>
                        <a:t>Smart Campus Surveillance with Deep Learning</a:t>
                      </a:r>
                      <a:endParaRPr/>
                    </a:p>
                  </a:txBody>
                  <a:tcPr anchor="ctr"/>
                </a:tc>
                <a:tc>
                  <a:txBody>
                    <a:bodyPr/>
                    <a:p>
                      <a:pPr>
                        <a:defRPr/>
                      </a:pPr>
                      <a:r>
                        <a:rPr lang="en-US" sz="1700"/>
                        <a:t>YOLO, CNN for Identity Card &amp; Face Detection</a:t>
                      </a:r>
                      <a:endParaRPr/>
                    </a:p>
                  </a:txBody>
                  <a:tcPr anchor="ctr"/>
                </a:tc>
                <a:tc>
                  <a:txBody>
                    <a:bodyPr/>
                    <a:p>
                      <a:pPr>
                        <a:defRPr/>
                      </a:pPr>
                      <a:r>
                        <a:rPr lang="en-US" sz="1700"/>
                        <a:t>YOLOv7 achieved 91.3% precision in detecting ID card wearers.</a:t>
                      </a:r>
                      <a:endParaRPr/>
                    </a:p>
                  </a:txBody>
                  <a:tcPr anchor="ctr"/>
                </a:tc>
              </a:tr>
              <a:tr h="480124">
                <a:tc>
                  <a:txBody>
                    <a:bodyPr/>
                    <a:p>
                      <a:pPr>
                        <a:defRPr/>
                      </a:pPr>
                      <a:r>
                        <a:rPr lang="en-US" sz="1700" b="0"/>
                        <a:t>Jinglong (2024)	</a:t>
                      </a:r>
                      <a:endParaRPr/>
                    </a:p>
                  </a:txBody>
                  <a:tcPr/>
                </a:tc>
                <a:tc>
                  <a:txBody>
                    <a:bodyPr/>
                    <a:p>
                      <a:pPr>
                        <a:defRPr/>
                      </a:pPr>
                      <a:r>
                        <a:rPr lang="en-US" sz="1700"/>
                        <a:t>Smart Card Behavioral Analysis for Campus Management</a:t>
                      </a:r>
                      <a:endParaRPr/>
                    </a:p>
                  </a:txBody>
                  <a:tcPr anchor="ctr"/>
                </a:tc>
                <a:tc>
                  <a:txBody>
                    <a:bodyPr/>
                    <a:p>
                      <a:pPr>
                        <a:defRPr/>
                      </a:pPr>
                      <a:r>
                        <a:rPr lang="en-US" sz="1700"/>
                        <a:t>Machine Learning, Smart Card Logs</a:t>
                      </a:r>
                      <a:endParaRPr/>
                    </a:p>
                  </a:txBody>
                  <a:tcPr anchor="ctr"/>
                </a:tc>
                <a:tc>
                  <a:txBody>
                    <a:bodyPr/>
                    <a:p>
                      <a:pPr>
                        <a:defRPr/>
                      </a:pPr>
                      <a:r>
                        <a:rPr lang="en-US" sz="1700"/>
                        <a:t>Real-time behavioral analysis, enhanced safety management.</a:t>
                      </a:r>
                      <a:endParaRPr/>
                    </a:p>
                  </a:txBody>
                  <a:tcPr anchor="ctr"/>
                </a:tc>
              </a:tr>
              <a:tr h="480124">
                <a:tc>
                  <a:txBody>
                    <a:bodyPr/>
                    <a:p>
                      <a:pPr>
                        <a:defRPr/>
                      </a:pPr>
                      <a:r>
                        <a:rPr lang="en-US" sz="1700" b="0"/>
                        <a:t>Sasirekha et al. (2024)	</a:t>
                      </a:r>
                      <a:endParaRPr/>
                    </a:p>
                  </a:txBody>
                  <a:tcPr/>
                </a:tc>
                <a:tc>
                  <a:txBody>
                    <a:bodyPr/>
                    <a:p>
                      <a:pPr>
                        <a:defRPr/>
                      </a:pPr>
                      <a:r>
                        <a:rPr lang="en-US" sz="1700"/>
                        <a:t>IoT &amp; CNNs for Campus Safety and Emergency Response</a:t>
                      </a:r>
                      <a:endParaRPr/>
                    </a:p>
                  </a:txBody>
                  <a:tcPr anchor="ctr"/>
                </a:tc>
                <a:tc>
                  <a:txBody>
                    <a:bodyPr/>
                    <a:p>
                      <a:pPr>
                        <a:defRPr/>
                      </a:pPr>
                      <a:r>
                        <a:rPr lang="en-US" sz="1700"/>
                        <a:t>IoT, CNNs, AI-based Emergency Response</a:t>
                      </a:r>
                      <a:endParaRPr/>
                    </a:p>
                  </a:txBody>
                  <a:tcPr anchor="ctr"/>
                </a:tc>
                <a:tc>
                  <a:txBody>
                    <a:bodyPr/>
                    <a:p>
                      <a:pPr>
                        <a:defRPr/>
                      </a:pPr>
                      <a:r>
                        <a:rPr lang="en-US" sz="1700"/>
                        <a:t>Real-time monitoring, effective anomaly detection for campus safety.</a:t>
                      </a:r>
                      <a:endParaRPr/>
                    </a:p>
                  </a:txBody>
                  <a:tcPr anchor="ctr"/>
                </a:tc>
              </a:tr>
            </a:tbl>
          </a:graphicData>
        </a:graphic>
      </p:graphicFrame>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2000" advClick="1">
        <p:wipe dir="u"/>
      </p:transition>
    </mc:Choice>
    <mc:Fallback>
      <p:transition spd="slow" advClick="1">
        <p:wipe dir="u"/>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775041030" name="Title 1"/>
          <p:cNvSpPr>
            <a:spLocks noGrp="1"/>
          </p:cNvSpPr>
          <p:nvPr>
            <p:ph type="title"/>
          </p:nvPr>
        </p:nvSpPr>
        <p:spPr bwMode="auto">
          <a:xfrm>
            <a:off x="1981200" y="274638"/>
            <a:ext cx="8229600" cy="868362"/>
          </a:xfrm>
        </p:spPr>
        <p:txBody>
          <a:bodyPr/>
          <a:lstStyle/>
          <a:p>
            <a:pPr>
              <a:defRPr/>
            </a:pPr>
            <a:r>
              <a:rPr lang="en-US">
                <a:solidFill>
                  <a:srgbClr val="7030A0"/>
                </a:solidFill>
                <a:latin typeface="Times New Roman"/>
                <a:cs typeface="Times New Roman"/>
              </a:rPr>
              <a:t>Gap Analysis</a:t>
            </a:r>
            <a:endParaRPr lang="en-US">
              <a:solidFill>
                <a:srgbClr val="7030A0"/>
              </a:solidFill>
            </a:endParaRPr>
          </a:p>
        </p:txBody>
      </p:sp>
      <p:sp>
        <p:nvSpPr>
          <p:cNvPr id="1676780948" name="Slide Number Placeholder 3"/>
          <p:cNvSpPr>
            <a:spLocks noGrp="1"/>
          </p:cNvSpPr>
          <p:nvPr>
            <p:ph type="sldNum" sz="quarter" idx="16"/>
          </p:nvPr>
        </p:nvSpPr>
        <p:spPr bwMode="auto">
          <a:xfrm>
            <a:off x="9347200" y="5989639"/>
            <a:ext cx="2844800" cy="365125"/>
          </a:xfrm>
        </p:spPr>
        <p:txBody>
          <a:bodyPr/>
          <a:lstStyle/>
          <a:p>
            <a:pPr>
              <a:defRPr/>
            </a:pPr>
            <a:fld id="{4CD333A3-7515-47B8-9EDC-EE0892D9C861}" type="slidenum">
              <a:rPr lang="en-US"/>
              <a:t>6</a:t>
            </a:fld>
            <a:endParaRPr lang="en-US"/>
          </a:p>
        </p:txBody>
      </p:sp>
      <p:sp>
        <p:nvSpPr>
          <p:cNvPr id="899342717" name="TextBox 2"/>
          <p:cNvSpPr txBox="1"/>
          <p:nvPr/>
        </p:nvSpPr>
        <p:spPr bwMode="auto">
          <a:xfrm>
            <a:off x="8915400" y="6412468"/>
            <a:ext cx="3276600" cy="369332"/>
          </a:xfrm>
          <a:prstGeom prst="rect">
            <a:avLst/>
          </a:prstGeom>
          <a:solidFill>
            <a:srgbClr val="4F81BD"/>
          </a:solidFill>
        </p:spPr>
        <p:txBody>
          <a:bodyPr wrap="square" rtlCol="0">
            <a:spAutoFit/>
          </a:bodyPr>
          <a:lstStyle/>
          <a:p>
            <a:pPr algn="r">
              <a:defRPr/>
            </a:pPr>
            <a:r>
              <a:rPr lang="en-US" b="1">
                <a:solidFill>
                  <a:schemeClr val="bg1"/>
                </a:solidFill>
              </a:rPr>
              <a:t>B.Sc. Final-Defense</a:t>
            </a:r>
            <a:endParaRPr/>
          </a:p>
        </p:txBody>
      </p:sp>
      <p:sp>
        <p:nvSpPr>
          <p:cNvPr id="103993280" name="Content Placeholder 2"/>
          <p:cNvSpPr>
            <a:spLocks noGrp="1"/>
          </p:cNvSpPr>
          <p:nvPr>
            <p:ph sz="quarter" idx="13"/>
          </p:nvPr>
        </p:nvSpPr>
        <p:spPr bwMode="auto">
          <a:xfrm>
            <a:off x="609598" y="1523998"/>
            <a:ext cx="10744200" cy="4190998"/>
          </a:xfrm>
        </p:spPr>
        <p:txBody>
          <a:bodyPr>
            <a:normAutofit/>
          </a:bodyPr>
          <a:lstStyle/>
          <a:p>
            <a:pPr algn="just">
              <a:buFont typeface="Wingdings"/>
              <a:buChar char="q"/>
              <a:defRPr/>
            </a:pPr>
            <a:r>
              <a:rPr lang="en-US" sz="3000">
                <a:solidFill>
                  <a:schemeClr val="tx1"/>
                </a:solidFill>
                <a:latin typeface="Times New Roman"/>
                <a:cs typeface="Times New Roman"/>
              </a:rPr>
              <a:t> Existing systems focus on face recognition or full ID scanning, not ID ribbon detection.</a:t>
            </a:r>
            <a:endParaRPr/>
          </a:p>
          <a:p>
            <a:pPr algn="just">
              <a:buFont typeface="Wingdings"/>
              <a:buChar char="q"/>
              <a:defRPr/>
            </a:pPr>
            <a:r>
              <a:rPr lang="en-US" sz="3000">
                <a:solidFill>
                  <a:schemeClr val="tx1"/>
                </a:solidFill>
                <a:latin typeface="Times New Roman"/>
                <a:cs typeface="Times New Roman"/>
              </a:rPr>
              <a:t> No current research targets campus-specific role classification using visual ribbons.</a:t>
            </a:r>
            <a:endParaRPr/>
          </a:p>
          <a:p>
            <a:pPr algn="just">
              <a:buFont typeface="Wingdings"/>
              <a:buChar char="q"/>
              <a:defRPr/>
            </a:pPr>
            <a:r>
              <a:rPr lang="en-US" sz="3000">
                <a:solidFill>
                  <a:schemeClr val="tx1"/>
                </a:solidFill>
                <a:latin typeface="Times New Roman"/>
                <a:cs typeface="Times New Roman"/>
              </a:rPr>
              <a:t> Available models are often too large for real-time or edge device deployment.</a:t>
            </a:r>
            <a:endParaRPr/>
          </a:p>
          <a:p>
            <a:pPr algn="just">
              <a:buFont typeface="Wingdings"/>
              <a:buChar char="q"/>
              <a:defRPr/>
            </a:pPr>
            <a:r>
              <a:rPr lang="en-US" sz="3000">
                <a:solidFill>
                  <a:schemeClr val="tx1"/>
                </a:solidFill>
                <a:latin typeface="Times New Roman"/>
                <a:cs typeface="Times New Roman"/>
              </a:rPr>
              <a:t> Lack of lightweight, low-cost solutions for automated role verification in universities.</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2000" advClick="1">
        <p:split orient="vert" dir="in"/>
      </p:transition>
    </mc:Choice>
    <mc:Fallback>
      <p:transition spd="slow" advClick="1">
        <p:split orient="vert" dir="in"/>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991918372" name="Title 1"/>
          <p:cNvSpPr>
            <a:spLocks noGrp="1"/>
          </p:cNvSpPr>
          <p:nvPr>
            <p:ph type="title"/>
          </p:nvPr>
        </p:nvSpPr>
        <p:spPr bwMode="auto">
          <a:xfrm>
            <a:off x="1981200" y="274638"/>
            <a:ext cx="8229600" cy="868362"/>
          </a:xfrm>
        </p:spPr>
        <p:txBody>
          <a:bodyPr/>
          <a:lstStyle/>
          <a:p>
            <a:pPr>
              <a:defRPr/>
            </a:pPr>
            <a:r>
              <a:rPr lang="en-US">
                <a:solidFill>
                  <a:srgbClr val="7030A0"/>
                </a:solidFill>
                <a:latin typeface="Times New Roman"/>
                <a:cs typeface="Times New Roman"/>
              </a:rPr>
              <a:t>Methodology</a:t>
            </a:r>
            <a:endParaRPr lang="en-US">
              <a:solidFill>
                <a:srgbClr val="7030A0"/>
              </a:solidFill>
            </a:endParaRPr>
          </a:p>
        </p:txBody>
      </p:sp>
      <p:sp>
        <p:nvSpPr>
          <p:cNvPr id="577814232" name="Slide Number Placeholder 3"/>
          <p:cNvSpPr>
            <a:spLocks noGrp="1"/>
          </p:cNvSpPr>
          <p:nvPr>
            <p:ph type="sldNum" sz="quarter" idx="16"/>
          </p:nvPr>
        </p:nvSpPr>
        <p:spPr bwMode="auto">
          <a:xfrm>
            <a:off x="9356344" y="5961650"/>
            <a:ext cx="2844800" cy="365125"/>
          </a:xfrm>
        </p:spPr>
        <p:txBody>
          <a:bodyPr/>
          <a:lstStyle/>
          <a:p>
            <a:pPr>
              <a:defRPr/>
            </a:pPr>
            <a:fld id="{4CD333A3-7515-47B8-9EDC-EE0892D9C861}" type="slidenum">
              <a:rPr lang="en-US"/>
              <a:t>7</a:t>
            </a:fld>
            <a:endParaRPr lang="en-US"/>
          </a:p>
        </p:txBody>
      </p:sp>
      <p:sp>
        <p:nvSpPr>
          <p:cNvPr id="150956991" name="TextBox 2"/>
          <p:cNvSpPr txBox="1"/>
          <p:nvPr/>
        </p:nvSpPr>
        <p:spPr bwMode="auto">
          <a:xfrm>
            <a:off x="8915400" y="6412468"/>
            <a:ext cx="3276600" cy="369332"/>
          </a:xfrm>
          <a:prstGeom prst="rect">
            <a:avLst/>
          </a:prstGeom>
          <a:solidFill>
            <a:srgbClr val="4F81BD"/>
          </a:solidFill>
        </p:spPr>
        <p:txBody>
          <a:bodyPr wrap="square" rtlCol="0">
            <a:spAutoFit/>
          </a:bodyPr>
          <a:lstStyle/>
          <a:p>
            <a:pPr algn="r">
              <a:defRPr/>
            </a:pPr>
            <a:r>
              <a:rPr lang="en-US" b="1">
                <a:solidFill>
                  <a:schemeClr val="bg1"/>
                </a:solidFill>
              </a:rPr>
              <a:t>B.Sc. Final-Defense</a:t>
            </a:r>
            <a:endParaRPr/>
          </a:p>
        </p:txBody>
      </p:sp>
      <p:pic>
        <p:nvPicPr>
          <p:cNvPr id="1283796885" name=""/>
          <p:cNvPicPr>
            <a:picLocks noChangeAspect="1"/>
          </p:cNvPicPr>
          <p:nvPr/>
        </p:nvPicPr>
        <p:blipFill rotWithShape="1">
          <a:blip r:embed="rId3"/>
          <a:stretch/>
        </p:blipFill>
        <p:spPr bwMode="auto">
          <a:xfrm flipH="0" flipV="0">
            <a:off x="1897227" y="1324027"/>
            <a:ext cx="8746093" cy="4572747"/>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2000" advClick="1">
        <p:split orient="horz" dir="in"/>
      </p:transition>
    </mc:Choice>
    <mc:Fallback>
      <p:transition spd="slow" advClick="1">
        <p:split orient="horz" dir="in"/>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570256812" name="Title 1"/>
          <p:cNvSpPr>
            <a:spLocks noGrp="1"/>
          </p:cNvSpPr>
          <p:nvPr>
            <p:ph type="title"/>
          </p:nvPr>
        </p:nvSpPr>
        <p:spPr bwMode="auto">
          <a:xfrm>
            <a:off x="1981200" y="274638"/>
            <a:ext cx="8229600" cy="868362"/>
          </a:xfrm>
        </p:spPr>
        <p:txBody>
          <a:bodyPr/>
          <a:lstStyle/>
          <a:p>
            <a:pPr>
              <a:defRPr/>
            </a:pPr>
            <a:r>
              <a:rPr lang="en-US">
                <a:solidFill>
                  <a:srgbClr val="7030A0"/>
                </a:solidFill>
                <a:latin typeface="Times New Roman"/>
                <a:cs typeface="Times New Roman"/>
              </a:rPr>
              <a:t>Result and Analysis</a:t>
            </a:r>
            <a:endParaRPr lang="en-US">
              <a:solidFill>
                <a:srgbClr val="7030A0"/>
              </a:solidFill>
            </a:endParaRPr>
          </a:p>
        </p:txBody>
      </p:sp>
      <p:sp>
        <p:nvSpPr>
          <p:cNvPr id="1407740327" name="Slide Number Placeholder 3"/>
          <p:cNvSpPr>
            <a:spLocks noGrp="1"/>
          </p:cNvSpPr>
          <p:nvPr>
            <p:ph type="sldNum" sz="quarter" idx="16"/>
          </p:nvPr>
        </p:nvSpPr>
        <p:spPr bwMode="auto">
          <a:xfrm>
            <a:off x="9347200" y="5989637"/>
            <a:ext cx="2844800" cy="365125"/>
          </a:xfrm>
        </p:spPr>
        <p:txBody>
          <a:bodyPr/>
          <a:lstStyle/>
          <a:p>
            <a:pPr>
              <a:defRPr/>
            </a:pPr>
            <a:fld id="{4CD333A3-7515-47B8-9EDC-EE0892D9C861}" type="slidenum">
              <a:rPr lang="en-US"/>
              <a:t>8</a:t>
            </a:fld>
            <a:endParaRPr lang="en-US"/>
          </a:p>
        </p:txBody>
      </p:sp>
      <p:sp>
        <p:nvSpPr>
          <p:cNvPr id="1490515437" name="TextBox 2"/>
          <p:cNvSpPr txBox="1"/>
          <p:nvPr/>
        </p:nvSpPr>
        <p:spPr bwMode="auto">
          <a:xfrm>
            <a:off x="8915400" y="6412468"/>
            <a:ext cx="3276600" cy="369332"/>
          </a:xfrm>
          <a:prstGeom prst="rect">
            <a:avLst/>
          </a:prstGeom>
          <a:solidFill>
            <a:srgbClr val="4F81BD"/>
          </a:solidFill>
        </p:spPr>
        <p:txBody>
          <a:bodyPr wrap="square" rtlCol="0">
            <a:spAutoFit/>
          </a:bodyPr>
          <a:lstStyle/>
          <a:p>
            <a:pPr algn="r">
              <a:defRPr/>
            </a:pPr>
            <a:r>
              <a:rPr lang="en-US" b="1">
                <a:solidFill>
                  <a:schemeClr val="bg1"/>
                </a:solidFill>
              </a:rPr>
              <a:t>B.Sc. Final-Defense</a:t>
            </a:r>
            <a:endParaRPr/>
          </a:p>
        </p:txBody>
      </p:sp>
      <p:graphicFrame>
        <p:nvGraphicFramePr>
          <p:cNvPr id="603298251" name="Table 4"/>
          <p:cNvGraphicFramePr>
            <a:graphicFrameLocks xmlns:a="http://schemas.openxmlformats.org/drawingml/2006/main"/>
          </p:cNvGraphicFramePr>
          <p:nvPr/>
        </p:nvGraphicFramePr>
        <p:xfrm rot="0">
          <a:off x="2706831" y="1371600"/>
          <a:ext cx="6948939" cy="4193714"/>
        </p:xfrm>
        <a:graphic>
          <a:graphicData uri="http://schemas.openxmlformats.org/drawingml/2006/table">
            <a:tbl>
              <a:tblPr firstRow="1" firstCol="0" lastRow="0" lastCol="0" bandRow="1" bandCol="0">
                <a:tableStyleId>{7DF18680-E054-41AD-8BC1-D1AEF772440D}</a:tableStyleId>
              </a:tblPr>
              <a:tblGrid>
                <a:gridCol w="1980000"/>
                <a:gridCol w="1260000"/>
                <a:gridCol w="1710000"/>
                <a:gridCol w="1986239"/>
              </a:tblGrid>
              <a:tr h="480124">
                <a:tc>
                  <a:txBody>
                    <a:bodyPr/>
                    <a:p>
                      <a:pPr algn="ctr">
                        <a:defRPr/>
                      </a:pPr>
                      <a:r>
                        <a:rPr lang="en-US" sz="1700" b="0">
                          <a:solidFill>
                            <a:schemeClr val="bg1"/>
                          </a:solidFill>
                        </a:rPr>
                        <a:t>Model Varient</a:t>
                      </a:r>
                      <a:endParaRPr/>
                    </a:p>
                  </a:txBody>
                  <a:tcPr/>
                </a:tc>
                <a:tc>
                  <a:txBody>
                    <a:bodyPr/>
                    <a:p>
                      <a:pPr algn="ctr">
                        <a:defRPr/>
                      </a:pPr>
                      <a:r>
                        <a:rPr lang="en-US" sz="1700">
                          <a:solidFill>
                            <a:schemeClr val="bg1"/>
                          </a:solidFill>
                        </a:rPr>
                        <a:t>Epochs</a:t>
                      </a:r>
                      <a:endParaRPr/>
                    </a:p>
                  </a:txBody>
                  <a:tcPr/>
                </a:tc>
                <a:tc>
                  <a:txBody>
                    <a:bodyPr/>
                    <a:p>
                      <a:pPr algn="ctr">
                        <a:defRPr/>
                      </a:pPr>
                      <a:r>
                        <a:rPr lang="en-US" sz="1700">
                          <a:solidFill>
                            <a:schemeClr val="bg1"/>
                          </a:solidFill>
                        </a:rPr>
                        <a:t>mAP50</a:t>
                      </a:r>
                      <a:endParaRPr/>
                    </a:p>
                  </a:txBody>
                  <a:tcPr/>
                </a:tc>
                <a:tc>
                  <a:txBody>
                    <a:bodyPr/>
                    <a:p>
                      <a:pPr algn="ctr">
                        <a:defRPr/>
                      </a:pPr>
                      <a:r>
                        <a:rPr lang="en-US" sz="1700">
                          <a:solidFill>
                            <a:schemeClr val="bg1"/>
                          </a:solidFill>
                        </a:rPr>
                        <a:t>mAP50-95</a:t>
                      </a:r>
                      <a:endParaRPr/>
                    </a:p>
                  </a:txBody>
                  <a:tcPr/>
                </a:tc>
              </a:tr>
              <a:tr h="753507">
                <a:tc>
                  <a:txBody>
                    <a:bodyPr/>
                    <a:p>
                      <a:pPr algn="ctr">
                        <a:defRPr/>
                      </a:pPr>
                      <a:r>
                        <a:rPr lang="en-US" sz="1700" b="0"/>
                        <a:t>YOLOv11s</a:t>
                      </a:r>
                      <a:endParaRPr/>
                    </a:p>
                  </a:txBody>
                  <a:tcPr/>
                </a:tc>
                <a:tc>
                  <a:txBody>
                    <a:bodyPr/>
                    <a:p>
                      <a:pPr algn="ctr">
                        <a:defRPr/>
                      </a:pPr>
                      <a:r>
                        <a:rPr lang="en-US" sz="1700"/>
                        <a:t>50</a:t>
                      </a:r>
                      <a:endParaRPr/>
                    </a:p>
                  </a:txBody>
                  <a:tcPr anchor="ctr"/>
                </a:tc>
                <a:tc>
                  <a:txBody>
                    <a:bodyPr/>
                    <a:p>
                      <a:pPr algn="ctr">
                        <a:defRPr/>
                      </a:pPr>
                      <a:r>
                        <a:rPr lang="en-US" sz="1700" b="0" i="0" u="none" strike="noStrike" cap="none" spc="0">
                          <a:solidFill>
                            <a:schemeClr val="dk1"/>
                          </a:solidFill>
                          <a:latin typeface="Calibri"/>
                          <a:ea typeface="Calibri"/>
                          <a:cs typeface="Calibri"/>
                        </a:rPr>
                        <a:t>0.88096</a:t>
                      </a:r>
                      <a:endParaRPr/>
                    </a:p>
                  </a:txBody>
                  <a:tcPr anchor="ctr"/>
                </a:tc>
                <a:tc>
                  <a:txBody>
                    <a:bodyPr/>
                    <a:p>
                      <a:pPr algn="ctr">
                        <a:defRPr/>
                      </a:pPr>
                      <a:r>
                        <a:rPr lang="en-US" sz="1700" b="0" i="0" u="none" strike="noStrike" cap="none" spc="0">
                          <a:solidFill>
                            <a:schemeClr val="dk1"/>
                          </a:solidFill>
                          <a:latin typeface="Calibri"/>
                          <a:ea typeface="Calibri"/>
                          <a:cs typeface="Calibri"/>
                        </a:rPr>
                        <a:t>0.53260</a:t>
                      </a:r>
                      <a:endParaRPr/>
                    </a:p>
                  </a:txBody>
                  <a:tcPr anchor="ctr"/>
                </a:tc>
              </a:tr>
              <a:tr h="753507">
                <a:tc>
                  <a:txBody>
                    <a:bodyPr/>
                    <a:p>
                      <a:pPr algn="ctr">
                        <a:defRPr/>
                      </a:pPr>
                      <a:r>
                        <a:rPr lang="en-US" sz="1700" b="0" i="0" u="none" strike="noStrike" cap="none" spc="0">
                          <a:solidFill>
                            <a:schemeClr val="dk1"/>
                          </a:solidFill>
                          <a:latin typeface="Calibri"/>
                          <a:ea typeface="Arial"/>
                          <a:cs typeface="Arial"/>
                        </a:rPr>
                        <a:t>YOLOv11s</a:t>
                      </a:r>
                      <a:endParaRPr/>
                    </a:p>
                  </a:txBody>
                  <a:tcPr/>
                </a:tc>
                <a:tc>
                  <a:txBody>
                    <a:bodyPr/>
                    <a:p>
                      <a:pPr algn="ctr">
                        <a:defRPr/>
                      </a:pPr>
                      <a:r>
                        <a:rPr/>
                        <a:t>75</a:t>
                      </a:r>
                      <a:endParaRPr/>
                    </a:p>
                  </a:txBody>
                  <a:tcPr anchor="ctr"/>
                </a:tc>
                <a:tc>
                  <a:txBody>
                    <a:bodyPr/>
                    <a:p>
                      <a:pPr algn="ctr">
                        <a:defRPr/>
                      </a:pPr>
                      <a:r>
                        <a:rPr lang="en-US" sz="1700" b="0" i="0" u="none" strike="noStrike" cap="none" spc="0">
                          <a:solidFill>
                            <a:schemeClr val="dk1"/>
                          </a:solidFill>
                          <a:latin typeface="Calibri"/>
                          <a:ea typeface="Calibri"/>
                          <a:cs typeface="Calibri"/>
                        </a:rPr>
                        <a:t>0.87833</a:t>
                      </a:r>
                      <a:endParaRPr/>
                    </a:p>
                  </a:txBody>
                  <a:tcPr anchor="ctr"/>
                </a:tc>
                <a:tc>
                  <a:txBody>
                    <a:bodyPr/>
                    <a:p>
                      <a:pPr algn="ctr">
                        <a:defRPr/>
                      </a:pPr>
                      <a:r>
                        <a:rPr lang="en-US" sz="1700" b="0" i="0" u="none" strike="noStrike" cap="none" spc="0">
                          <a:solidFill>
                            <a:schemeClr val="dk1"/>
                          </a:solidFill>
                          <a:latin typeface="Calibri"/>
                          <a:ea typeface="Calibri"/>
                          <a:cs typeface="Calibri"/>
                        </a:rPr>
                        <a:t>0.50929</a:t>
                      </a:r>
                      <a:endParaRPr/>
                    </a:p>
                  </a:txBody>
                  <a:tcPr anchor="ctr"/>
                </a:tc>
              </a:tr>
              <a:tr h="753507">
                <a:tc>
                  <a:txBody>
                    <a:bodyPr/>
                    <a:p>
                      <a:pPr algn="ctr">
                        <a:defRPr/>
                      </a:pPr>
                      <a:r>
                        <a:rPr lang="en-US" sz="1700" b="0" i="0" u="none" strike="noStrike" cap="none" spc="0">
                          <a:solidFill>
                            <a:schemeClr val="dk1"/>
                          </a:solidFill>
                          <a:latin typeface="Calibri"/>
                          <a:ea typeface="Arial"/>
                          <a:cs typeface="Arial"/>
                        </a:rPr>
                        <a:t>YOLOv11s</a:t>
                      </a:r>
                      <a:endParaRPr/>
                    </a:p>
                  </a:txBody>
                  <a:tcPr/>
                </a:tc>
                <a:tc>
                  <a:txBody>
                    <a:bodyPr/>
                    <a:p>
                      <a:pPr algn="ctr">
                        <a:defRPr/>
                      </a:pPr>
                      <a:r>
                        <a:rPr lang="en-US" sz="1700"/>
                        <a:t>100</a:t>
                      </a:r>
                      <a:endParaRPr/>
                    </a:p>
                  </a:txBody>
                  <a:tcPr anchor="ctr"/>
                </a:tc>
                <a:tc>
                  <a:txBody>
                    <a:bodyPr/>
                    <a:p>
                      <a:pPr algn="ctr">
                        <a:defRPr/>
                      </a:pPr>
                      <a:r>
                        <a:rPr lang="en-US" sz="1700" b="0" i="0" u="none" strike="noStrike" cap="none" spc="0">
                          <a:solidFill>
                            <a:schemeClr val="dk1"/>
                          </a:solidFill>
                          <a:latin typeface="Calibri"/>
                          <a:ea typeface="Calibri"/>
                          <a:cs typeface="Calibri"/>
                        </a:rPr>
                        <a:t>0.89630</a:t>
                      </a:r>
                      <a:endParaRPr/>
                    </a:p>
                  </a:txBody>
                  <a:tcPr anchor="ctr"/>
                </a:tc>
                <a:tc>
                  <a:txBody>
                    <a:bodyPr/>
                    <a:p>
                      <a:pPr algn="ctr">
                        <a:defRPr/>
                      </a:pPr>
                      <a:r>
                        <a:rPr lang="en-US" sz="1700" b="0" i="0" u="none" strike="noStrike" cap="none" spc="0">
                          <a:solidFill>
                            <a:schemeClr val="dk1"/>
                          </a:solidFill>
                          <a:latin typeface="Calibri"/>
                          <a:ea typeface="Calibri"/>
                          <a:cs typeface="Calibri"/>
                        </a:rPr>
                        <a:t>0.52460</a:t>
                      </a:r>
                      <a:endParaRPr/>
                    </a:p>
                  </a:txBody>
                  <a:tcPr anchor="ctr"/>
                </a:tc>
              </a:tr>
              <a:tr h="480124">
                <a:tc>
                  <a:txBody>
                    <a:bodyPr/>
                    <a:p>
                      <a:pPr algn="ctr">
                        <a:defRPr/>
                      </a:pPr>
                      <a:r>
                        <a:rPr lang="en-US" sz="1700" b="0" i="0" u="none" strike="noStrike" cap="none" spc="0">
                          <a:solidFill>
                            <a:schemeClr val="dk1"/>
                          </a:solidFill>
                          <a:latin typeface="Calibri"/>
                          <a:ea typeface="Arial"/>
                          <a:cs typeface="Arial"/>
                        </a:rPr>
                        <a:t>YOLOv11m</a:t>
                      </a:r>
                      <a:endParaRPr/>
                    </a:p>
                  </a:txBody>
                  <a:tcPr/>
                </a:tc>
                <a:tc>
                  <a:txBody>
                    <a:bodyPr/>
                    <a:p>
                      <a:pPr algn="ctr">
                        <a:defRPr/>
                      </a:pPr>
                      <a:r>
                        <a:rPr lang="en-US" sz="1700"/>
                        <a:t>50</a:t>
                      </a:r>
                      <a:endParaRPr/>
                    </a:p>
                  </a:txBody>
                  <a:tcPr anchor="ctr"/>
                </a:tc>
                <a:tc>
                  <a:txBody>
                    <a:bodyPr/>
                    <a:p>
                      <a:pPr algn="ctr">
                        <a:defRPr/>
                      </a:pPr>
                      <a:r>
                        <a:rPr lang="en-US" sz="1700" b="0" i="0" u="none" strike="noStrike" cap="none" spc="0">
                          <a:solidFill>
                            <a:schemeClr val="dk1"/>
                          </a:solidFill>
                          <a:latin typeface="Calibri"/>
                          <a:ea typeface="Calibri"/>
                          <a:cs typeface="Calibri"/>
                        </a:rPr>
                        <a:t>0.90233</a:t>
                      </a:r>
                      <a:endParaRPr/>
                    </a:p>
                  </a:txBody>
                  <a:tcPr anchor="ctr"/>
                </a:tc>
                <a:tc>
                  <a:txBody>
                    <a:bodyPr/>
                    <a:p>
                      <a:pPr algn="ctr">
                        <a:defRPr/>
                      </a:pPr>
                      <a:r>
                        <a:rPr lang="en-US" sz="1700" b="0" i="0" u="none" strike="noStrike" cap="none" spc="0">
                          <a:solidFill>
                            <a:schemeClr val="dk1"/>
                          </a:solidFill>
                          <a:latin typeface="Calibri"/>
                          <a:ea typeface="Calibri"/>
                          <a:cs typeface="Calibri"/>
                        </a:rPr>
                        <a:t>0.52382</a:t>
                      </a:r>
                      <a:endParaRPr/>
                    </a:p>
                  </a:txBody>
                  <a:tcPr anchor="ctr"/>
                </a:tc>
              </a:tr>
              <a:tr h="480124">
                <a:tc>
                  <a:txBody>
                    <a:bodyPr/>
                    <a:p>
                      <a:pPr algn="ctr">
                        <a:defRPr/>
                      </a:pPr>
                      <a:r>
                        <a:rPr lang="en-US" sz="1700" b="0" i="0" u="none" strike="noStrike" cap="none" spc="0">
                          <a:solidFill>
                            <a:schemeClr val="dk1"/>
                          </a:solidFill>
                          <a:latin typeface="Calibri"/>
                          <a:ea typeface="Arial"/>
                          <a:cs typeface="Arial"/>
                        </a:rPr>
                        <a:t>YOLOv11m</a:t>
                      </a:r>
                      <a:endParaRPr/>
                    </a:p>
                  </a:txBody>
                  <a:tcPr/>
                </a:tc>
                <a:tc>
                  <a:txBody>
                    <a:bodyPr/>
                    <a:p>
                      <a:pPr algn="ctr">
                        <a:defRPr/>
                      </a:pPr>
                      <a:r>
                        <a:rPr lang="en-US" sz="1700"/>
                        <a:t>75</a:t>
                      </a:r>
                      <a:endParaRPr/>
                    </a:p>
                  </a:txBody>
                  <a:tcPr anchor="ctr"/>
                </a:tc>
                <a:tc>
                  <a:txBody>
                    <a:bodyPr/>
                    <a:p>
                      <a:pPr algn="ctr">
                        <a:defRPr/>
                      </a:pPr>
                      <a:r>
                        <a:rPr lang="en-US" sz="1700" b="0" i="0" u="none" strike="noStrike" cap="none" spc="0">
                          <a:solidFill>
                            <a:schemeClr val="dk1"/>
                          </a:solidFill>
                          <a:latin typeface="Calibri"/>
                          <a:ea typeface="Calibri"/>
                          <a:cs typeface="Calibri"/>
                        </a:rPr>
                        <a:t>0.90045</a:t>
                      </a:r>
                      <a:endParaRPr/>
                    </a:p>
                  </a:txBody>
                  <a:tcPr anchor="ctr"/>
                </a:tc>
                <a:tc>
                  <a:txBody>
                    <a:bodyPr/>
                    <a:p>
                      <a:pPr algn="ctr">
                        <a:defRPr/>
                      </a:pPr>
                      <a:r>
                        <a:rPr lang="en-US" sz="1700" b="0" i="0" u="none" strike="noStrike" cap="none" spc="0">
                          <a:solidFill>
                            <a:schemeClr val="dk1"/>
                          </a:solidFill>
                          <a:latin typeface="Calibri"/>
                          <a:ea typeface="Calibri"/>
                          <a:cs typeface="Calibri"/>
                        </a:rPr>
                        <a:t>0.54208</a:t>
                      </a:r>
                      <a:endParaRPr/>
                    </a:p>
                  </a:txBody>
                  <a:tcPr anchor="ctr"/>
                </a:tc>
              </a:tr>
              <a:tr h="480124">
                <a:tc>
                  <a:txBody>
                    <a:bodyPr/>
                    <a:p>
                      <a:pPr algn="ctr">
                        <a:defRPr/>
                      </a:pPr>
                      <a:r>
                        <a:rPr lang="en-US" sz="1700" b="0" i="0" u="none" strike="noStrike" cap="none" spc="0">
                          <a:solidFill>
                            <a:schemeClr val="dk1"/>
                          </a:solidFill>
                          <a:latin typeface="Calibri"/>
                          <a:ea typeface="Arial"/>
                          <a:cs typeface="Arial"/>
                        </a:rPr>
                        <a:t>YOLOv11m</a:t>
                      </a:r>
                      <a:endParaRPr lang="en-US" sz="1700" b="0"/>
                    </a:p>
                  </a:txBody>
                  <a:tcPr/>
                </a:tc>
                <a:tc>
                  <a:txBody>
                    <a:bodyPr/>
                    <a:p>
                      <a:pPr algn="ctr">
                        <a:defRPr/>
                      </a:pPr>
                      <a:r>
                        <a:rPr lang="en-US" sz="1700"/>
                        <a:t>100</a:t>
                      </a:r>
                      <a:endParaRPr lang="en-US" sz="1700"/>
                    </a:p>
                  </a:txBody>
                  <a:tcPr anchor="ctr"/>
                </a:tc>
                <a:tc>
                  <a:txBody>
                    <a:bodyPr/>
                    <a:p>
                      <a:pPr algn="ctr">
                        <a:defRPr/>
                      </a:pPr>
                      <a:r>
                        <a:rPr lang="en-US" sz="1700" b="0" i="0" u="none" strike="noStrike" cap="none" spc="0">
                          <a:solidFill>
                            <a:schemeClr val="dk1"/>
                          </a:solidFill>
                          <a:latin typeface="Calibri"/>
                          <a:ea typeface="Calibri"/>
                          <a:cs typeface="Calibri"/>
                        </a:rPr>
                        <a:t>0.88616</a:t>
                      </a:r>
                      <a:endParaRPr lang="en-US" sz="1700"/>
                    </a:p>
                  </a:txBody>
                  <a:tcPr anchor="ctr"/>
                </a:tc>
                <a:tc>
                  <a:txBody>
                    <a:bodyPr/>
                    <a:p>
                      <a:pPr algn="ctr">
                        <a:defRPr/>
                      </a:pPr>
                      <a:r>
                        <a:rPr lang="en-US" sz="1700" b="0" i="0" u="none" strike="noStrike" cap="none" spc="0">
                          <a:solidFill>
                            <a:schemeClr val="dk1"/>
                          </a:solidFill>
                          <a:latin typeface="Calibri"/>
                          <a:ea typeface="Calibri"/>
                          <a:cs typeface="Calibri"/>
                        </a:rPr>
                        <a:t>0.48777</a:t>
                      </a:r>
                      <a:endParaRPr lang="en-US" sz="1700"/>
                    </a:p>
                  </a:txBody>
                  <a:tcPr anchor="ctr"/>
                </a:tc>
              </a:tr>
            </a:tbl>
          </a:graphicData>
        </a:graphic>
      </p:graphicFrame>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2000" advClick="1">
        <p:pull dir="r"/>
      </p:transition>
    </mc:Choice>
    <mc:Fallback>
      <p:transition spd="slow" advClick="1">
        <p:pull dir="r"/>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245102215" name="Title 1"/>
          <p:cNvSpPr>
            <a:spLocks noGrp="1"/>
          </p:cNvSpPr>
          <p:nvPr>
            <p:ph type="title"/>
          </p:nvPr>
        </p:nvSpPr>
        <p:spPr bwMode="auto">
          <a:xfrm>
            <a:off x="1981200" y="274638"/>
            <a:ext cx="8229600" cy="868362"/>
          </a:xfrm>
        </p:spPr>
        <p:txBody>
          <a:bodyPr/>
          <a:lstStyle/>
          <a:p>
            <a:pPr>
              <a:defRPr/>
            </a:pPr>
            <a:r>
              <a:rPr lang="en-US">
                <a:solidFill>
                  <a:srgbClr val="7030A0"/>
                </a:solidFill>
                <a:latin typeface="Times New Roman"/>
                <a:cs typeface="Times New Roman"/>
              </a:rPr>
              <a:t>Result and Analysis</a:t>
            </a:r>
            <a:endParaRPr lang="en-US">
              <a:solidFill>
                <a:srgbClr val="7030A0"/>
              </a:solidFill>
            </a:endParaRPr>
          </a:p>
        </p:txBody>
      </p:sp>
      <p:sp>
        <p:nvSpPr>
          <p:cNvPr id="963100115" name="Slide Number Placeholder 3"/>
          <p:cNvSpPr>
            <a:spLocks noGrp="1"/>
          </p:cNvSpPr>
          <p:nvPr>
            <p:ph type="sldNum" sz="quarter" idx="16"/>
          </p:nvPr>
        </p:nvSpPr>
        <p:spPr bwMode="auto">
          <a:xfrm>
            <a:off x="9347200" y="6017676"/>
            <a:ext cx="2844800" cy="365125"/>
          </a:xfrm>
        </p:spPr>
        <p:txBody>
          <a:bodyPr/>
          <a:lstStyle/>
          <a:p>
            <a:pPr>
              <a:defRPr/>
            </a:pPr>
            <a:fld id="{4CD333A3-7515-47B8-9EDC-EE0892D9C861}" type="slidenum">
              <a:rPr lang="en-US"/>
              <a:t>9</a:t>
            </a:fld>
            <a:endParaRPr lang="en-US"/>
          </a:p>
        </p:txBody>
      </p:sp>
      <p:sp>
        <p:nvSpPr>
          <p:cNvPr id="329593892" name="TextBox 4"/>
          <p:cNvSpPr txBox="1"/>
          <p:nvPr/>
        </p:nvSpPr>
        <p:spPr bwMode="auto">
          <a:xfrm>
            <a:off x="8915400" y="6412468"/>
            <a:ext cx="3276600" cy="369332"/>
          </a:xfrm>
          <a:prstGeom prst="rect">
            <a:avLst/>
          </a:prstGeom>
          <a:solidFill>
            <a:srgbClr val="4F81BD"/>
          </a:solidFill>
        </p:spPr>
        <p:txBody>
          <a:bodyPr wrap="square" rtlCol="0">
            <a:spAutoFit/>
          </a:bodyPr>
          <a:lstStyle/>
          <a:p>
            <a:pPr algn="r">
              <a:defRPr/>
            </a:pPr>
            <a:r>
              <a:rPr lang="en-US" b="1">
                <a:solidFill>
                  <a:schemeClr val="bg1"/>
                </a:solidFill>
              </a:rPr>
              <a:t>B.Sc. Final-Defense</a:t>
            </a:r>
            <a:endParaRPr/>
          </a:p>
        </p:txBody>
      </p:sp>
      <p:pic>
        <p:nvPicPr>
          <p:cNvPr id="1595515479" name=""/>
          <p:cNvPicPr>
            <a:picLocks noChangeAspect="1"/>
          </p:cNvPicPr>
          <p:nvPr/>
        </p:nvPicPr>
        <p:blipFill rotWithShape="1">
          <a:blip r:embed="rId3"/>
          <a:stretch/>
        </p:blipFill>
        <p:spPr bwMode="auto">
          <a:xfrm flipH="0" flipV="0">
            <a:off x="550791" y="1677091"/>
            <a:ext cx="5255721" cy="3503813"/>
          </a:xfrm>
          <a:prstGeom prst="rect">
            <a:avLst/>
          </a:prstGeom>
          <a:ln w="12699">
            <a:solidFill>
              <a:schemeClr val="accent1">
                <a:lumMod val="50196"/>
              </a:schemeClr>
            </a:solidFill>
            <a:prstDash val="solid"/>
          </a:ln>
        </p:spPr>
      </p:pic>
      <p:pic>
        <p:nvPicPr>
          <p:cNvPr id="1771337418" name=""/>
          <p:cNvPicPr>
            <a:picLocks noChangeAspect="1"/>
          </p:cNvPicPr>
          <p:nvPr/>
        </p:nvPicPr>
        <p:blipFill rotWithShape="1">
          <a:blip r:embed="rId4"/>
          <a:stretch/>
        </p:blipFill>
        <p:spPr bwMode="auto">
          <a:xfrm flipH="0" flipV="0">
            <a:off x="6345601" y="1677091"/>
            <a:ext cx="5255721" cy="3503813"/>
          </a:xfrm>
          <a:prstGeom prst="rect">
            <a:avLst/>
          </a:prstGeom>
          <a:ln w="12699">
            <a:solidFill>
              <a:schemeClr val="accent1">
                <a:lumMod val="50196"/>
              </a:schemeClr>
            </a:solidFill>
            <a:prstDash val="solid"/>
          </a:ln>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2000" advClick="1">
        <p:cover dir="l"/>
      </p:transition>
    </mc:Choice>
    <mc:Fallback>
      <p:transition spd="slow" advClick="1">
        <p:cover dir="l"/>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184879821" name="Title 1"/>
          <p:cNvSpPr>
            <a:spLocks noGrp="1"/>
          </p:cNvSpPr>
          <p:nvPr>
            <p:ph type="title"/>
          </p:nvPr>
        </p:nvSpPr>
        <p:spPr bwMode="auto">
          <a:xfrm>
            <a:off x="1981199" y="274637"/>
            <a:ext cx="8229600" cy="868361"/>
          </a:xfrm>
        </p:spPr>
        <p:txBody>
          <a:bodyPr/>
          <a:lstStyle/>
          <a:p>
            <a:pPr>
              <a:defRPr/>
            </a:pPr>
            <a:r>
              <a:rPr lang="en-US">
                <a:solidFill>
                  <a:srgbClr val="7030A0"/>
                </a:solidFill>
                <a:latin typeface="Times New Roman"/>
                <a:cs typeface="Times New Roman"/>
              </a:rPr>
              <a:t>Result and Analysis</a:t>
            </a:r>
            <a:endParaRPr lang="en-US">
              <a:solidFill>
                <a:srgbClr val="7030A0"/>
              </a:solidFill>
            </a:endParaRPr>
          </a:p>
        </p:txBody>
      </p:sp>
      <p:sp>
        <p:nvSpPr>
          <p:cNvPr id="1553914979" name="Slide Number Placeholder 3"/>
          <p:cNvSpPr>
            <a:spLocks noGrp="1"/>
          </p:cNvSpPr>
          <p:nvPr>
            <p:ph type="sldNum" sz="quarter" idx="16"/>
          </p:nvPr>
        </p:nvSpPr>
        <p:spPr bwMode="auto">
          <a:xfrm>
            <a:off x="9347199" y="6017675"/>
            <a:ext cx="2844798" cy="365124"/>
          </a:xfrm>
        </p:spPr>
        <p:txBody>
          <a:bodyPr/>
          <a:lstStyle/>
          <a:p>
            <a:pPr>
              <a:defRPr/>
            </a:pPr>
            <a:fld id="{6B4AE841-1926-83DE-A52A-5A635F64C63E}" type="slidenum">
              <a:rPr lang="en-US"/>
              <a:t/>
            </a:fld>
            <a:endParaRPr lang="en-US"/>
          </a:p>
        </p:txBody>
      </p:sp>
      <p:sp>
        <p:nvSpPr>
          <p:cNvPr id="714071429" name="TextBox 4"/>
          <p:cNvSpPr txBox="1"/>
          <p:nvPr/>
        </p:nvSpPr>
        <p:spPr bwMode="auto">
          <a:xfrm>
            <a:off x="8915400" y="6412467"/>
            <a:ext cx="3276599" cy="369331"/>
          </a:xfrm>
          <a:prstGeom prst="rect">
            <a:avLst/>
          </a:prstGeom>
          <a:solidFill>
            <a:srgbClr val="4F81BD"/>
          </a:solidFill>
        </p:spPr>
        <p:txBody>
          <a:bodyPr wrap="square" rtlCol="0">
            <a:spAutoFit/>
          </a:bodyPr>
          <a:lstStyle/>
          <a:p>
            <a:pPr algn="r">
              <a:defRPr/>
            </a:pPr>
            <a:r>
              <a:rPr lang="en-US" b="1">
                <a:solidFill>
                  <a:schemeClr val="bg1"/>
                </a:solidFill>
              </a:rPr>
              <a:t>B.Sc. Final-Defense</a:t>
            </a:r>
            <a:endParaRPr/>
          </a:p>
        </p:txBody>
      </p:sp>
      <p:pic>
        <p:nvPicPr>
          <p:cNvPr id="494808679" name=""/>
          <p:cNvPicPr>
            <a:picLocks noChangeAspect="1"/>
          </p:cNvPicPr>
          <p:nvPr/>
        </p:nvPicPr>
        <p:blipFill rotWithShape="1">
          <a:blip r:embed="rId3"/>
          <a:stretch/>
        </p:blipFill>
        <p:spPr bwMode="auto">
          <a:xfrm flipH="0" flipV="0">
            <a:off x="345513" y="1652866"/>
            <a:ext cx="5518894" cy="3679263"/>
          </a:xfrm>
          <a:prstGeom prst="rect">
            <a:avLst/>
          </a:prstGeom>
          <a:ln w="12699">
            <a:solidFill>
              <a:schemeClr val="accent1">
                <a:lumMod val="50196"/>
              </a:schemeClr>
            </a:solidFill>
            <a:prstDash val="solid"/>
          </a:ln>
        </p:spPr>
      </p:pic>
      <p:pic>
        <p:nvPicPr>
          <p:cNvPr id="1631648100" name=""/>
          <p:cNvPicPr>
            <a:picLocks noChangeAspect="1"/>
          </p:cNvPicPr>
          <p:nvPr/>
        </p:nvPicPr>
        <p:blipFill rotWithShape="1">
          <a:blip r:embed="rId4"/>
          <a:stretch/>
        </p:blipFill>
        <p:spPr bwMode="auto">
          <a:xfrm flipH="0" flipV="0">
            <a:off x="6236073" y="1652866"/>
            <a:ext cx="5518894" cy="3679263"/>
          </a:xfrm>
          <a:prstGeom prst="rect">
            <a:avLst/>
          </a:prstGeom>
          <a:ln w="12699">
            <a:solidFill>
              <a:schemeClr val="accent1">
                <a:lumMod val="50196"/>
              </a:schemeClr>
            </a:solidFill>
            <a:prstDash val="solid"/>
          </a:ln>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2000" advClick="1">
        <p:pull dir="d"/>
      </p:transition>
    </mc:Choice>
    <mc:Fallback>
      <p:transition spd="slow" advClick="1">
        <p:pull dir="d"/>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099715943" name="Title 1"/>
          <p:cNvSpPr>
            <a:spLocks noGrp="1"/>
          </p:cNvSpPr>
          <p:nvPr>
            <p:ph type="title"/>
          </p:nvPr>
        </p:nvSpPr>
        <p:spPr bwMode="auto">
          <a:xfrm>
            <a:off x="1981199" y="274637"/>
            <a:ext cx="8229600" cy="868361"/>
          </a:xfrm>
        </p:spPr>
        <p:txBody>
          <a:bodyPr/>
          <a:lstStyle/>
          <a:p>
            <a:pPr>
              <a:defRPr/>
            </a:pPr>
            <a:r>
              <a:rPr lang="en-US">
                <a:solidFill>
                  <a:srgbClr val="7030A0"/>
                </a:solidFill>
                <a:latin typeface="Times New Roman"/>
                <a:cs typeface="Times New Roman"/>
              </a:rPr>
              <a:t>Result and Analysis</a:t>
            </a:r>
            <a:endParaRPr lang="en-US">
              <a:solidFill>
                <a:srgbClr val="7030A0"/>
              </a:solidFill>
            </a:endParaRPr>
          </a:p>
        </p:txBody>
      </p:sp>
      <p:sp>
        <p:nvSpPr>
          <p:cNvPr id="1546614033" name="Slide Number Placeholder 3"/>
          <p:cNvSpPr>
            <a:spLocks noGrp="1"/>
          </p:cNvSpPr>
          <p:nvPr>
            <p:ph type="sldNum" sz="quarter" idx="16"/>
          </p:nvPr>
        </p:nvSpPr>
        <p:spPr bwMode="auto">
          <a:xfrm>
            <a:off x="9347199" y="6017675"/>
            <a:ext cx="2844798" cy="365124"/>
          </a:xfrm>
        </p:spPr>
        <p:txBody>
          <a:bodyPr/>
          <a:lstStyle/>
          <a:p>
            <a:pPr>
              <a:defRPr/>
            </a:pPr>
            <a:fld id="{BB5D3BB5-8AD3-AA0A-2632-4487129C6D42}" type="slidenum">
              <a:rPr lang="en-US"/>
              <a:t/>
            </a:fld>
            <a:endParaRPr lang="en-US"/>
          </a:p>
        </p:txBody>
      </p:sp>
      <p:sp>
        <p:nvSpPr>
          <p:cNvPr id="2109529928" name="TextBox 4"/>
          <p:cNvSpPr txBox="1"/>
          <p:nvPr/>
        </p:nvSpPr>
        <p:spPr bwMode="auto">
          <a:xfrm>
            <a:off x="8915400" y="6412467"/>
            <a:ext cx="3276599" cy="369331"/>
          </a:xfrm>
          <a:prstGeom prst="rect">
            <a:avLst/>
          </a:prstGeom>
          <a:solidFill>
            <a:srgbClr val="4F81BD"/>
          </a:solidFill>
        </p:spPr>
        <p:txBody>
          <a:bodyPr wrap="square" rtlCol="0">
            <a:spAutoFit/>
          </a:bodyPr>
          <a:lstStyle/>
          <a:p>
            <a:pPr algn="r">
              <a:defRPr/>
            </a:pPr>
            <a:r>
              <a:rPr lang="en-US" b="1">
                <a:solidFill>
                  <a:schemeClr val="bg1"/>
                </a:solidFill>
              </a:rPr>
              <a:t>B.Sc. Final-Defense</a:t>
            </a:r>
            <a:endParaRPr/>
          </a:p>
        </p:txBody>
      </p:sp>
      <p:pic>
        <p:nvPicPr>
          <p:cNvPr id="1435842737" name=""/>
          <p:cNvPicPr>
            <a:picLocks noChangeAspect="1"/>
          </p:cNvPicPr>
          <p:nvPr/>
        </p:nvPicPr>
        <p:blipFill rotWithShape="1">
          <a:blip r:embed="rId3"/>
          <a:stretch/>
        </p:blipFill>
        <p:spPr bwMode="auto">
          <a:xfrm flipH="0" flipV="0">
            <a:off x="618189" y="1505322"/>
            <a:ext cx="4985704" cy="3739278"/>
          </a:xfrm>
          <a:prstGeom prst="rect">
            <a:avLst/>
          </a:prstGeom>
          <a:ln w="19049">
            <a:solidFill>
              <a:schemeClr val="accent1">
                <a:lumMod val="50196"/>
              </a:schemeClr>
            </a:solidFill>
            <a:prstDash val="solid"/>
          </a:ln>
        </p:spPr>
      </p:pic>
      <p:pic>
        <p:nvPicPr>
          <p:cNvPr id="1801586487" name=""/>
          <p:cNvPicPr>
            <a:picLocks noChangeAspect="1"/>
          </p:cNvPicPr>
          <p:nvPr/>
        </p:nvPicPr>
        <p:blipFill rotWithShape="1">
          <a:blip r:embed="rId4"/>
          <a:stretch/>
        </p:blipFill>
        <p:spPr bwMode="auto">
          <a:xfrm flipH="0" flipV="0">
            <a:off x="6333189" y="1505322"/>
            <a:ext cx="4985704" cy="3739278"/>
          </a:xfrm>
          <a:prstGeom prst="rect">
            <a:avLst/>
          </a:prstGeom>
          <a:ln w="19049">
            <a:solidFill>
              <a:schemeClr val="accent1">
                <a:lumMod val="50196"/>
              </a:schemeClr>
            </a:solidFill>
            <a:prstDash val="solid"/>
          </a:ln>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2000" advClick="1">
        <p:cover dir="u"/>
      </p:transition>
    </mc:Choice>
    <mc:Fallback>
      <p:transition spd="slow" advClick="1">
        <p:cover dir="u"/>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748597837" name="Title 1"/>
          <p:cNvSpPr>
            <a:spLocks noGrp="1"/>
          </p:cNvSpPr>
          <p:nvPr>
            <p:ph type="title"/>
          </p:nvPr>
        </p:nvSpPr>
        <p:spPr bwMode="auto">
          <a:xfrm>
            <a:off x="1981199" y="274637"/>
            <a:ext cx="8229600" cy="868361"/>
          </a:xfrm>
        </p:spPr>
        <p:txBody>
          <a:bodyPr/>
          <a:lstStyle/>
          <a:p>
            <a:pPr>
              <a:defRPr/>
            </a:pPr>
            <a:r>
              <a:rPr lang="en-US">
                <a:solidFill>
                  <a:srgbClr val="7030A0"/>
                </a:solidFill>
                <a:latin typeface="Times New Roman"/>
                <a:cs typeface="Times New Roman"/>
              </a:rPr>
              <a:t>Result and Analysis</a:t>
            </a:r>
            <a:endParaRPr lang="en-US">
              <a:solidFill>
                <a:srgbClr val="7030A0"/>
              </a:solidFill>
            </a:endParaRPr>
          </a:p>
        </p:txBody>
      </p:sp>
      <p:sp>
        <p:nvSpPr>
          <p:cNvPr id="484443732" name="Slide Number Placeholder 3"/>
          <p:cNvSpPr>
            <a:spLocks noGrp="1"/>
          </p:cNvSpPr>
          <p:nvPr>
            <p:ph type="sldNum" sz="quarter" idx="16"/>
          </p:nvPr>
        </p:nvSpPr>
        <p:spPr bwMode="auto">
          <a:xfrm>
            <a:off x="9347199" y="6017675"/>
            <a:ext cx="2844798" cy="365124"/>
          </a:xfrm>
        </p:spPr>
        <p:txBody>
          <a:bodyPr/>
          <a:lstStyle/>
          <a:p>
            <a:pPr>
              <a:defRPr/>
            </a:pPr>
            <a:fld id="{E95599B4-B4CA-8EB4-93E0-DA1851868E58}" type="slidenum">
              <a:rPr lang="en-US"/>
              <a:t/>
            </a:fld>
            <a:endParaRPr lang="en-US"/>
          </a:p>
        </p:txBody>
      </p:sp>
      <p:sp>
        <p:nvSpPr>
          <p:cNvPr id="1384392069" name="TextBox 4"/>
          <p:cNvSpPr txBox="1"/>
          <p:nvPr/>
        </p:nvSpPr>
        <p:spPr bwMode="auto">
          <a:xfrm>
            <a:off x="8915400" y="6412467"/>
            <a:ext cx="3276599" cy="369331"/>
          </a:xfrm>
          <a:prstGeom prst="rect">
            <a:avLst/>
          </a:prstGeom>
          <a:solidFill>
            <a:srgbClr val="4F81BD"/>
          </a:solidFill>
        </p:spPr>
        <p:txBody>
          <a:bodyPr wrap="square" rtlCol="0">
            <a:spAutoFit/>
          </a:bodyPr>
          <a:lstStyle/>
          <a:p>
            <a:pPr algn="r">
              <a:defRPr/>
            </a:pPr>
            <a:r>
              <a:rPr lang="en-US" b="1">
                <a:solidFill>
                  <a:schemeClr val="bg1"/>
                </a:solidFill>
              </a:rPr>
              <a:t>B.Sc. Final-Defense</a:t>
            </a:r>
            <a:endParaRPr/>
          </a:p>
        </p:txBody>
      </p:sp>
      <p:pic>
        <p:nvPicPr>
          <p:cNvPr id="776879488" name=""/>
          <p:cNvPicPr>
            <a:picLocks noChangeAspect="1"/>
          </p:cNvPicPr>
          <p:nvPr/>
        </p:nvPicPr>
        <p:blipFill rotWithShape="1">
          <a:blip r:embed="rId3"/>
          <a:stretch/>
        </p:blipFill>
        <p:spPr bwMode="auto">
          <a:xfrm flipH="0" flipV="0">
            <a:off x="894123" y="1154475"/>
            <a:ext cx="10403748" cy="5201874"/>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2000" advClick="1">
        <p14:warp dir="in"/>
      </p:transition>
    </mc:Choice>
    <mc:Fallback>
      <p:transition spd="slow" advClick="1">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579736287" name="Title 1"/>
          <p:cNvSpPr>
            <a:spLocks noGrp="1"/>
          </p:cNvSpPr>
          <p:nvPr>
            <p:ph type="title"/>
          </p:nvPr>
        </p:nvSpPr>
        <p:spPr bwMode="auto">
          <a:xfrm>
            <a:off x="1981200" y="274638"/>
            <a:ext cx="8229600" cy="868362"/>
          </a:xfrm>
        </p:spPr>
        <p:txBody>
          <a:bodyPr/>
          <a:lstStyle/>
          <a:p>
            <a:pPr>
              <a:defRPr/>
            </a:pPr>
            <a:r>
              <a:rPr lang="en-US">
                <a:solidFill>
                  <a:srgbClr val="7030A0"/>
                </a:solidFill>
                <a:latin typeface="Times New Roman"/>
                <a:cs typeface="Times New Roman"/>
              </a:rPr>
              <a:t>Novelty of the Work</a:t>
            </a:r>
            <a:endParaRPr/>
          </a:p>
        </p:txBody>
      </p:sp>
      <p:sp>
        <p:nvSpPr>
          <p:cNvPr id="1447066567" name="Slide Number Placeholder 3"/>
          <p:cNvSpPr>
            <a:spLocks noGrp="1"/>
          </p:cNvSpPr>
          <p:nvPr>
            <p:ph type="sldNum" sz="quarter" idx="16"/>
          </p:nvPr>
        </p:nvSpPr>
        <p:spPr bwMode="auto">
          <a:xfrm>
            <a:off x="9347200" y="5959475"/>
            <a:ext cx="2844800" cy="365125"/>
          </a:xfrm>
        </p:spPr>
        <p:txBody>
          <a:bodyPr/>
          <a:lstStyle/>
          <a:p>
            <a:pPr>
              <a:defRPr/>
            </a:pPr>
            <a:fld id="{4CD333A3-7515-47B8-9EDC-EE0892D9C861}" type="slidenum">
              <a:rPr lang="en-US"/>
              <a:t>10</a:t>
            </a:fld>
            <a:endParaRPr lang="en-US"/>
          </a:p>
        </p:txBody>
      </p:sp>
      <p:sp>
        <p:nvSpPr>
          <p:cNvPr id="233348478" name="TextBox 2"/>
          <p:cNvSpPr txBox="1"/>
          <p:nvPr/>
        </p:nvSpPr>
        <p:spPr bwMode="auto">
          <a:xfrm>
            <a:off x="8915400" y="6412468"/>
            <a:ext cx="3276600" cy="369332"/>
          </a:xfrm>
          <a:prstGeom prst="rect">
            <a:avLst/>
          </a:prstGeom>
          <a:solidFill>
            <a:srgbClr val="4F81BD"/>
          </a:solidFill>
        </p:spPr>
        <p:txBody>
          <a:bodyPr wrap="square" rtlCol="0">
            <a:spAutoFit/>
          </a:bodyPr>
          <a:lstStyle/>
          <a:p>
            <a:pPr algn="r">
              <a:defRPr/>
            </a:pPr>
            <a:r>
              <a:rPr lang="en-US" b="1">
                <a:solidFill>
                  <a:schemeClr val="bg1"/>
                </a:solidFill>
              </a:rPr>
              <a:t>B.Sc. Final-Defense</a:t>
            </a:r>
            <a:endParaRPr/>
          </a:p>
        </p:txBody>
      </p:sp>
      <p:sp>
        <p:nvSpPr>
          <p:cNvPr id="621610892" name="Content Placeholder 2"/>
          <p:cNvSpPr>
            <a:spLocks noGrp="1"/>
          </p:cNvSpPr>
          <p:nvPr>
            <p:ph sz="quarter" idx="13"/>
          </p:nvPr>
        </p:nvSpPr>
        <p:spPr bwMode="auto">
          <a:xfrm>
            <a:off x="609598" y="1523998"/>
            <a:ext cx="10744200" cy="4190998"/>
          </a:xfrm>
        </p:spPr>
        <p:txBody>
          <a:bodyPr>
            <a:normAutofit/>
          </a:bodyPr>
          <a:lstStyle/>
          <a:p>
            <a:pPr algn="just">
              <a:lnSpc>
                <a:spcPct val="114999"/>
              </a:lnSpc>
              <a:buFont typeface="Wingdings"/>
              <a:buChar char="Ø"/>
              <a:defRPr/>
            </a:pPr>
            <a:r>
              <a:rPr lang="en-US" sz="3000" b="0" i="0" u="none" strike="noStrike" cap="none" spc="0">
                <a:solidFill>
                  <a:schemeClr val="tx1"/>
                </a:solidFill>
                <a:latin typeface="Times New Roman"/>
                <a:ea typeface="Times New Roman"/>
                <a:cs typeface="Times New Roman"/>
              </a:rPr>
              <a:t>Custom campus dataset with manually annotated ribbon regions.</a:t>
            </a:r>
            <a:endParaRPr lang="en-US" sz="3000">
              <a:solidFill>
                <a:schemeClr val="tx1"/>
              </a:solidFill>
              <a:latin typeface="Times New Roman"/>
              <a:cs typeface="Times New Roman"/>
            </a:endParaRPr>
          </a:p>
          <a:p>
            <a:pPr algn="just">
              <a:lnSpc>
                <a:spcPct val="114999"/>
              </a:lnSpc>
              <a:buFont typeface="Wingdings"/>
              <a:buChar char="Ø"/>
              <a:defRPr/>
            </a:pPr>
            <a:r>
              <a:rPr lang="en-US" sz="3000" b="0" i="0" u="none" strike="noStrike" cap="none" spc="0">
                <a:solidFill>
                  <a:schemeClr val="tx1"/>
                </a:solidFill>
                <a:latin typeface="Times New Roman"/>
                <a:ea typeface="Times New Roman"/>
                <a:cs typeface="Times New Roman"/>
              </a:rPr>
              <a:t>First campus security system that uses ID ribbon color for role identification instead of face or full ID scanning.</a:t>
            </a:r>
            <a:endParaRPr lang="en-US" sz="3000" b="0" i="0" u="none" strike="noStrike" cap="none" spc="0">
              <a:solidFill>
                <a:schemeClr val="tx1"/>
              </a:solidFill>
              <a:latin typeface="Times New Roman"/>
              <a:ea typeface="Times New Roman"/>
              <a:cs typeface="Times New Roman"/>
            </a:endParaRPr>
          </a:p>
          <a:p>
            <a:pPr algn="just">
              <a:lnSpc>
                <a:spcPct val="114999"/>
              </a:lnSpc>
              <a:buFont typeface="Wingdings"/>
              <a:buChar char="Ø"/>
              <a:defRPr/>
            </a:pPr>
            <a:r>
              <a:rPr lang="en-US" sz="3000" b="0" i="0" u="none" strike="noStrike" cap="none" spc="0">
                <a:solidFill>
                  <a:schemeClr val="tx1"/>
                </a:solidFill>
                <a:latin typeface="Times New Roman"/>
                <a:ea typeface="Times New Roman"/>
                <a:cs typeface="Times New Roman"/>
              </a:rPr>
              <a:t>Provides a privacy-friendly alternative to biometric face recognition; no facial data is stored.</a:t>
            </a:r>
            <a:endParaRPr lang="en-US" sz="3000">
              <a:solidFill>
                <a:schemeClr val="tx1"/>
              </a:solidFill>
              <a:latin typeface="Times New Roman"/>
              <a:cs typeface="Times New Roman"/>
            </a:endParaRPr>
          </a:p>
          <a:p>
            <a:pPr algn="just">
              <a:lnSpc>
                <a:spcPct val="114999"/>
              </a:lnSpc>
              <a:buFont typeface="Wingdings"/>
              <a:buChar char="Ø"/>
              <a:defRPr/>
            </a:pPr>
            <a:r>
              <a:rPr lang="en-US" sz="3000" b="0" i="0" u="none" strike="noStrike" cap="none" spc="0">
                <a:solidFill>
                  <a:schemeClr val="tx1"/>
                </a:solidFill>
                <a:latin typeface="Times New Roman"/>
                <a:ea typeface="Times New Roman"/>
                <a:cs typeface="Times New Roman"/>
              </a:rPr>
              <a:t>Designed as a lightweight, deployable system suitable for GPUs and edge devices.</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2000" advClick="1">
        <p14:warp dir="out"/>
      </p:transition>
    </mc:Choice>
    <mc:Fallback>
      <p:transition spd="slow" advClick="1">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404283675" name="Title 1"/>
          <p:cNvSpPr>
            <a:spLocks noGrp="1"/>
          </p:cNvSpPr>
          <p:nvPr>
            <p:ph type="title"/>
          </p:nvPr>
        </p:nvSpPr>
        <p:spPr bwMode="auto">
          <a:xfrm>
            <a:off x="1371600" y="350838"/>
            <a:ext cx="9448799" cy="868362"/>
          </a:xfrm>
        </p:spPr>
        <p:txBody>
          <a:bodyPr>
            <a:normAutofit/>
          </a:bodyPr>
          <a:lstStyle/>
          <a:p>
            <a:pPr>
              <a:defRPr/>
            </a:pPr>
            <a:r>
              <a:rPr lang="en-US">
                <a:solidFill>
                  <a:srgbClr val="7030A0"/>
                </a:solidFill>
                <a:latin typeface="Times New Roman"/>
                <a:cs typeface="Times New Roman"/>
              </a:rPr>
              <a:t>Sample dataset</a:t>
            </a:r>
            <a:endParaRPr/>
          </a:p>
        </p:txBody>
      </p:sp>
      <p:sp>
        <p:nvSpPr>
          <p:cNvPr id="1058478134" name="Slide Number Placeholder 3"/>
          <p:cNvSpPr>
            <a:spLocks noGrp="1"/>
          </p:cNvSpPr>
          <p:nvPr>
            <p:ph type="sldNum" sz="quarter" idx="16"/>
          </p:nvPr>
        </p:nvSpPr>
        <p:spPr bwMode="auto">
          <a:xfrm>
            <a:off x="9341104" y="6019800"/>
            <a:ext cx="2844800" cy="365125"/>
          </a:xfrm>
        </p:spPr>
        <p:txBody>
          <a:bodyPr/>
          <a:lstStyle/>
          <a:p>
            <a:pPr>
              <a:defRPr/>
            </a:pPr>
            <a:fld id="{4CD333A3-7515-47B8-9EDC-EE0892D9C861}" type="slidenum">
              <a:rPr lang="en-US"/>
              <a:t>11</a:t>
            </a:fld>
            <a:endParaRPr lang="en-US"/>
          </a:p>
        </p:txBody>
      </p:sp>
      <p:sp>
        <p:nvSpPr>
          <p:cNvPr id="1798923347" name="TextBox 2"/>
          <p:cNvSpPr txBox="1"/>
          <p:nvPr/>
        </p:nvSpPr>
        <p:spPr bwMode="auto">
          <a:xfrm>
            <a:off x="8915400" y="6412468"/>
            <a:ext cx="3276600" cy="369332"/>
          </a:xfrm>
          <a:prstGeom prst="rect">
            <a:avLst/>
          </a:prstGeom>
          <a:solidFill>
            <a:srgbClr val="4F81BD"/>
          </a:solidFill>
        </p:spPr>
        <p:txBody>
          <a:bodyPr wrap="square" rtlCol="0">
            <a:spAutoFit/>
          </a:bodyPr>
          <a:lstStyle/>
          <a:p>
            <a:pPr algn="r">
              <a:defRPr/>
            </a:pPr>
            <a:r>
              <a:rPr lang="en-US" b="1">
                <a:solidFill>
                  <a:schemeClr val="bg1"/>
                </a:solidFill>
              </a:rPr>
              <a:t>B.Sc. Final-Defense</a:t>
            </a:r>
            <a:endParaRPr/>
          </a:p>
        </p:txBody>
      </p:sp>
      <p:pic>
        <p:nvPicPr>
          <p:cNvPr id="433589132" name=""/>
          <p:cNvPicPr>
            <a:picLocks noChangeAspect="1"/>
          </p:cNvPicPr>
          <p:nvPr/>
        </p:nvPicPr>
        <p:blipFill rotWithShape="1">
          <a:blip r:embed="rId3"/>
          <a:stretch/>
        </p:blipFill>
        <p:spPr bwMode="auto">
          <a:xfrm flipH="0" flipV="0">
            <a:off x="1842652" y="3056657"/>
            <a:ext cx="8107526" cy="3071991"/>
          </a:xfrm>
          <a:prstGeom prst="rect">
            <a:avLst/>
          </a:prstGeom>
        </p:spPr>
      </p:pic>
      <p:sp>
        <p:nvSpPr>
          <p:cNvPr id="1930430625" name="Content Placeholder 2"/>
          <p:cNvSpPr>
            <a:spLocks noGrp="1"/>
          </p:cNvSpPr>
          <p:nvPr>
            <p:ph sz="quarter" idx="13"/>
          </p:nvPr>
        </p:nvSpPr>
        <p:spPr bwMode="auto">
          <a:xfrm flipH="0" flipV="0">
            <a:off x="481444" y="1165512"/>
            <a:ext cx="11048998" cy="1804554"/>
          </a:xfrm>
        </p:spPr>
        <p:txBody>
          <a:bodyPr>
            <a:normAutofit/>
          </a:bodyPr>
          <a:lstStyle/>
          <a:p>
            <a:pPr marL="0" indent="0" algn="just">
              <a:buNone/>
              <a:defRPr/>
            </a:pPr>
            <a:r>
              <a:rPr lang="en-US" sz="2200" b="0" i="0" u="none" strike="noStrike" cap="none" spc="0">
                <a:solidFill>
                  <a:schemeClr val="tx1"/>
                </a:solidFill>
                <a:latin typeface="Times New Roman"/>
                <a:ea typeface="Times New Roman"/>
                <a:cs typeface="Times New Roman"/>
              </a:rPr>
              <a:t>The data collection process involved capturing real images from various campus locations along with additional samples gathered from publicly available social media posts where individuals were visibly wearing ID ribbons. This ensured a diverse dataset covering different lighting conditions, backgrounds, distances, and natural human movements, providing a realistic foundation for training the ribbon detection model.</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2000" advClick="1">
        <p:push dir="d"/>
      </p:transition>
    </mc:Choice>
    <mc:Fallback>
      <p:transition spd="slow" advClick="1">
        <p:push dir="d"/>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484412616" name="Title 1"/>
          <p:cNvSpPr>
            <a:spLocks noGrp="1"/>
          </p:cNvSpPr>
          <p:nvPr>
            <p:ph type="title"/>
          </p:nvPr>
        </p:nvSpPr>
        <p:spPr bwMode="auto">
          <a:xfrm>
            <a:off x="1638298" y="76200"/>
            <a:ext cx="8915400" cy="868362"/>
          </a:xfrm>
        </p:spPr>
        <p:txBody>
          <a:bodyPr>
            <a:normAutofit fontScale="90000"/>
          </a:bodyPr>
          <a:lstStyle/>
          <a:p>
            <a:pPr>
              <a:defRPr/>
            </a:pPr>
            <a:r>
              <a:rPr lang="en-US">
                <a:solidFill>
                  <a:srgbClr val="7030A0"/>
                </a:solidFill>
                <a:latin typeface="Times New Roman"/>
                <a:cs typeface="Times New Roman"/>
              </a:rPr>
              <a:t>Web Interface of Image Enhancement</a:t>
            </a:r>
            <a:endParaRPr lang="en-US">
              <a:solidFill>
                <a:srgbClr val="7030A0"/>
              </a:solidFill>
            </a:endParaRPr>
          </a:p>
        </p:txBody>
      </p:sp>
      <p:sp>
        <p:nvSpPr>
          <p:cNvPr id="569985244" name="Slide Number Placeholder 3"/>
          <p:cNvSpPr>
            <a:spLocks noGrp="1"/>
          </p:cNvSpPr>
          <p:nvPr>
            <p:ph type="sldNum" sz="quarter" idx="16"/>
          </p:nvPr>
        </p:nvSpPr>
        <p:spPr bwMode="auto">
          <a:xfrm>
            <a:off x="9347200" y="5959475"/>
            <a:ext cx="2844800" cy="365125"/>
          </a:xfrm>
        </p:spPr>
        <p:txBody>
          <a:bodyPr/>
          <a:lstStyle/>
          <a:p>
            <a:pPr>
              <a:defRPr/>
            </a:pPr>
            <a:fld id="{4CD333A3-7515-47B8-9EDC-EE0892D9C861}" type="slidenum">
              <a:rPr lang="en-US"/>
              <a:t>13</a:t>
            </a:fld>
            <a:endParaRPr lang="en-US"/>
          </a:p>
        </p:txBody>
      </p:sp>
      <p:sp>
        <p:nvSpPr>
          <p:cNvPr id="1145203364" name="TextBox 2"/>
          <p:cNvSpPr txBox="1"/>
          <p:nvPr/>
        </p:nvSpPr>
        <p:spPr bwMode="auto">
          <a:xfrm>
            <a:off x="8915400" y="6412468"/>
            <a:ext cx="3276600" cy="369332"/>
          </a:xfrm>
          <a:prstGeom prst="rect">
            <a:avLst/>
          </a:prstGeom>
          <a:solidFill>
            <a:srgbClr val="4F81BD"/>
          </a:solidFill>
        </p:spPr>
        <p:txBody>
          <a:bodyPr wrap="square" rtlCol="0">
            <a:spAutoFit/>
          </a:bodyPr>
          <a:lstStyle/>
          <a:p>
            <a:pPr algn="r">
              <a:defRPr/>
            </a:pPr>
            <a:r>
              <a:rPr lang="en-US" b="1">
                <a:solidFill>
                  <a:schemeClr val="bg1"/>
                </a:solidFill>
              </a:rPr>
              <a:t>B.Sc. Final-Defense</a:t>
            </a:r>
            <a:endParaRPr/>
          </a:p>
        </p:txBody>
      </p:sp>
      <p:pic>
        <p:nvPicPr>
          <p:cNvPr id="1956857380" name=""/>
          <p:cNvPicPr>
            <a:picLocks noChangeAspect="1"/>
          </p:cNvPicPr>
          <p:nvPr/>
        </p:nvPicPr>
        <p:blipFill rotWithShape="1">
          <a:blip r:embed="rId3"/>
          <a:stretch/>
        </p:blipFill>
        <p:spPr bwMode="auto">
          <a:xfrm flipH="0" flipV="0">
            <a:off x="1822874" y="945568"/>
            <a:ext cx="8834437" cy="5263362"/>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2000" advClick="1">
        <p:push dir="u"/>
      </p:transition>
    </mc:Choice>
    <mc:Fallback>
      <p:transition spd="slow" advClick="1">
        <p:push dir="u"/>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658280371" name="Title 1"/>
          <p:cNvSpPr>
            <a:spLocks noGrp="1"/>
          </p:cNvSpPr>
          <p:nvPr>
            <p:ph type="title"/>
          </p:nvPr>
        </p:nvSpPr>
        <p:spPr bwMode="auto">
          <a:xfrm>
            <a:off x="1981199" y="512762"/>
            <a:ext cx="8229600" cy="868362"/>
          </a:xfrm>
        </p:spPr>
        <p:txBody>
          <a:bodyPr/>
          <a:lstStyle/>
          <a:p>
            <a:pPr>
              <a:defRPr/>
            </a:pPr>
            <a:r>
              <a:rPr lang="en-US">
                <a:solidFill>
                  <a:srgbClr val="7030A0"/>
                </a:solidFill>
                <a:latin typeface="Times New Roman"/>
                <a:cs typeface="Times New Roman"/>
              </a:rPr>
              <a:t>Conclusion</a:t>
            </a:r>
            <a:endParaRPr lang="en-US">
              <a:solidFill>
                <a:srgbClr val="7030A0"/>
              </a:solidFill>
            </a:endParaRPr>
          </a:p>
        </p:txBody>
      </p:sp>
      <p:sp>
        <p:nvSpPr>
          <p:cNvPr id="1574682208" name="Slide Number Placeholder 3"/>
          <p:cNvSpPr>
            <a:spLocks noGrp="1"/>
          </p:cNvSpPr>
          <p:nvPr>
            <p:ph type="sldNum" sz="quarter" idx="16"/>
          </p:nvPr>
        </p:nvSpPr>
        <p:spPr bwMode="auto">
          <a:xfrm>
            <a:off x="9347200" y="5959475"/>
            <a:ext cx="2844800" cy="365125"/>
          </a:xfrm>
        </p:spPr>
        <p:txBody>
          <a:bodyPr/>
          <a:lstStyle/>
          <a:p>
            <a:pPr>
              <a:defRPr/>
            </a:pPr>
            <a:fld id="{4CD333A3-7515-47B8-9EDC-EE0892D9C861}" type="slidenum">
              <a:rPr lang="en-US"/>
              <a:t>14</a:t>
            </a:fld>
            <a:endParaRPr lang="en-US"/>
          </a:p>
        </p:txBody>
      </p:sp>
      <p:sp>
        <p:nvSpPr>
          <p:cNvPr id="911381161" name="TextBox 4"/>
          <p:cNvSpPr txBox="1"/>
          <p:nvPr/>
        </p:nvSpPr>
        <p:spPr bwMode="auto">
          <a:xfrm>
            <a:off x="8915400" y="6412468"/>
            <a:ext cx="3276600" cy="369332"/>
          </a:xfrm>
          <a:prstGeom prst="rect">
            <a:avLst/>
          </a:prstGeom>
          <a:solidFill>
            <a:srgbClr val="4F81BD"/>
          </a:solidFill>
        </p:spPr>
        <p:txBody>
          <a:bodyPr wrap="square" rtlCol="0">
            <a:spAutoFit/>
          </a:bodyPr>
          <a:lstStyle/>
          <a:p>
            <a:pPr algn="r">
              <a:defRPr/>
            </a:pPr>
            <a:r>
              <a:rPr lang="en-US" b="1">
                <a:solidFill>
                  <a:schemeClr val="bg1"/>
                </a:solidFill>
              </a:rPr>
              <a:t>B.Sc. Final-Defense</a:t>
            </a:r>
            <a:endParaRPr/>
          </a:p>
        </p:txBody>
      </p:sp>
      <p:sp>
        <p:nvSpPr>
          <p:cNvPr id="947239829" name="Content Placeholder 2"/>
          <p:cNvSpPr>
            <a:spLocks noGrp="1"/>
          </p:cNvSpPr>
          <p:nvPr>
            <p:ph sz="quarter" idx="13"/>
          </p:nvPr>
        </p:nvSpPr>
        <p:spPr bwMode="auto">
          <a:xfrm>
            <a:off x="533399" y="1676399"/>
            <a:ext cx="11048999" cy="3962399"/>
          </a:xfrm>
        </p:spPr>
        <p:txBody>
          <a:bodyPr>
            <a:normAutofit/>
          </a:bodyPr>
          <a:lstStyle/>
          <a:p>
            <a:pPr marL="0" indent="0" algn="just">
              <a:lnSpc>
                <a:spcPct val="114999"/>
              </a:lnSpc>
              <a:buNone/>
              <a:defRPr/>
            </a:pPr>
            <a:r>
              <a:rPr lang="en-US" sz="2600" b="0" i="0" u="none" strike="noStrike" cap="none" spc="0">
                <a:solidFill>
                  <a:schemeClr val="tx1"/>
                </a:solidFill>
                <a:latin typeface="Times New Roman"/>
                <a:ea typeface="Times New Roman"/>
                <a:cs typeface="Times New Roman"/>
              </a:rPr>
              <a:t>Our project successfully developed a vision-based system that can detect ID ribbons and identify campus roles in real time. The system reduces manual checking, improves accuracy, and offers a privacy-friendly alternative to face recognition. Through a custom primary dataset and extensive model comparison, we achieved reliable performance suitable for real-world use. Overall, this work provides a practical and scalable approach to modern campus security.</a:t>
            </a:r>
            <a:endParaRPr sz="48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2000" advClick="1">
        <p:strips dir="rd"/>
      </p:transition>
    </mc:Choice>
    <mc:Fallback>
      <p:transition spd="slow" advClick="1">
        <p:strips dir="rd"/>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535381763" name="Title 1"/>
          <p:cNvSpPr>
            <a:spLocks noGrp="1"/>
          </p:cNvSpPr>
          <p:nvPr>
            <p:ph type="title"/>
          </p:nvPr>
        </p:nvSpPr>
        <p:spPr bwMode="auto">
          <a:xfrm>
            <a:off x="1981199" y="512762"/>
            <a:ext cx="8229600" cy="868362"/>
          </a:xfrm>
        </p:spPr>
        <p:txBody>
          <a:bodyPr/>
          <a:lstStyle/>
          <a:p>
            <a:pPr>
              <a:defRPr/>
            </a:pPr>
            <a:r>
              <a:rPr lang="en-US">
                <a:solidFill>
                  <a:srgbClr val="7030A0"/>
                </a:solidFill>
                <a:latin typeface="Times New Roman"/>
                <a:cs typeface="Times New Roman"/>
              </a:rPr>
              <a:t>References</a:t>
            </a:r>
            <a:endParaRPr lang="en-US">
              <a:solidFill>
                <a:srgbClr val="7030A0"/>
              </a:solidFill>
            </a:endParaRPr>
          </a:p>
        </p:txBody>
      </p:sp>
      <p:sp>
        <p:nvSpPr>
          <p:cNvPr id="1377108924" name="Slide Number Placeholder 3"/>
          <p:cNvSpPr>
            <a:spLocks noGrp="1"/>
          </p:cNvSpPr>
          <p:nvPr>
            <p:ph type="sldNum" sz="quarter" idx="16"/>
          </p:nvPr>
        </p:nvSpPr>
        <p:spPr bwMode="auto">
          <a:xfrm>
            <a:off x="9347200" y="5959475"/>
            <a:ext cx="2844800" cy="365125"/>
          </a:xfrm>
        </p:spPr>
        <p:txBody>
          <a:bodyPr/>
          <a:lstStyle/>
          <a:p>
            <a:pPr>
              <a:defRPr/>
            </a:pPr>
            <a:fld id="{4CD333A3-7515-47B8-9EDC-EE0892D9C861}" type="slidenum">
              <a:rPr lang="en-US"/>
              <a:t>15</a:t>
            </a:fld>
            <a:endParaRPr lang="en-US"/>
          </a:p>
        </p:txBody>
      </p:sp>
      <p:sp>
        <p:nvSpPr>
          <p:cNvPr id="900923721" name="TextBox 4"/>
          <p:cNvSpPr txBox="1"/>
          <p:nvPr/>
        </p:nvSpPr>
        <p:spPr bwMode="auto">
          <a:xfrm>
            <a:off x="8915400" y="6412468"/>
            <a:ext cx="3276600" cy="369332"/>
          </a:xfrm>
          <a:prstGeom prst="rect">
            <a:avLst/>
          </a:prstGeom>
          <a:solidFill>
            <a:srgbClr val="4F81BD"/>
          </a:solidFill>
        </p:spPr>
        <p:txBody>
          <a:bodyPr wrap="square" rtlCol="0">
            <a:spAutoFit/>
          </a:bodyPr>
          <a:lstStyle/>
          <a:p>
            <a:pPr algn="r">
              <a:defRPr/>
            </a:pPr>
            <a:r>
              <a:rPr lang="en-US" b="1">
                <a:solidFill>
                  <a:schemeClr val="bg1"/>
                </a:solidFill>
              </a:rPr>
              <a:t>B.Sc. Final-Defense</a:t>
            </a:r>
            <a:endParaRPr/>
          </a:p>
        </p:txBody>
      </p:sp>
      <p:sp>
        <p:nvSpPr>
          <p:cNvPr id="712495804" name="Content Placeholder 2"/>
          <p:cNvSpPr>
            <a:spLocks noGrp="1"/>
          </p:cNvSpPr>
          <p:nvPr>
            <p:ph sz="quarter" idx="13"/>
          </p:nvPr>
        </p:nvSpPr>
        <p:spPr bwMode="auto">
          <a:xfrm>
            <a:off x="533398" y="1676397"/>
            <a:ext cx="11048998" cy="3962398"/>
          </a:xfrm>
        </p:spPr>
        <p:txBody>
          <a:bodyPr vertOverflow="overflow" horzOverflow="overflow" vert="horz" wrap="square" lIns="91440" tIns="45720" rIns="91440" bIns="45720" numCol="1" spcCol="0" rtlCol="0" fromWordArt="0" anchor="t" anchorCtr="0" forceAA="0" upright="0" compatLnSpc="0">
            <a:normAutofit fontScale="65000" lnSpcReduction="7000"/>
          </a:bodyPr>
          <a:lstStyle/>
          <a:p>
            <a:pPr>
              <a:defRPr/>
            </a:pPr>
            <a:r>
              <a:rPr lang="en-US" sz="2600" b="1" i="0" u="none" strike="noStrike" cap="none" spc="0">
                <a:solidFill>
                  <a:schemeClr val="tx1"/>
                </a:solidFill>
                <a:latin typeface="Times New Roman"/>
                <a:ea typeface="Times New Roman"/>
                <a:cs typeface="Times New Roman"/>
              </a:rPr>
              <a:t>[1]</a:t>
            </a:r>
            <a:r>
              <a:rPr lang="en-US" sz="2600" b="0" i="0" u="none" strike="noStrike" cap="none" spc="0">
                <a:solidFill>
                  <a:schemeClr val="tx1"/>
                </a:solidFill>
                <a:latin typeface="Times New Roman"/>
                <a:ea typeface="Times New Roman"/>
                <a:cs typeface="Times New Roman"/>
              </a:rPr>
              <a:t> X. Sun, Y. Ning, and D. Yang, “Research on the Application of Deep Learning in Campus </a:t>
            </a:r>
            <a:r>
              <a:rPr lang="en-US" sz="2600" b="0" i="0" u="none" strike="noStrike" cap="none" spc="0">
                <a:solidFill>
                  <a:schemeClr val="tx1"/>
                </a:solidFill>
                <a:latin typeface="Times New Roman"/>
                <a:ea typeface="Times New Roman"/>
                <a:cs typeface="Times New Roman"/>
              </a:rPr>
              <a:t>Security Monitoring System,” Journal of Physics Conference Series, vol. 1744, no. 4, p. </a:t>
            </a:r>
            <a:r>
              <a:rPr lang="en-US" sz="2600" b="0" i="0" u="none" strike="noStrike" cap="none" spc="0">
                <a:solidFill>
                  <a:schemeClr val="tx1"/>
                </a:solidFill>
                <a:latin typeface="Times New Roman"/>
                <a:ea typeface="Times New Roman"/>
                <a:cs typeface="Times New Roman"/>
              </a:rPr>
              <a:t>042035, Feb. 2021, doi: 10.1088/1742-6596/1744/4/042035.</a:t>
            </a:r>
            <a:endParaRPr lang="en-US" sz="2600" b="0" i="0" u="none" strike="noStrike" cap="none" spc="0">
              <a:solidFill>
                <a:schemeClr val="tx1"/>
              </a:solidFill>
              <a:latin typeface="Times New Roman"/>
              <a:cs typeface="Times New Roman"/>
            </a:endParaRPr>
          </a:p>
          <a:p>
            <a:pPr>
              <a:defRPr/>
            </a:pPr>
            <a:r>
              <a:rPr lang="en-US" sz="2600" b="1" i="0" u="none" strike="noStrike" cap="none" spc="0">
                <a:solidFill>
                  <a:schemeClr val="tx1"/>
                </a:solidFill>
                <a:latin typeface="Times New Roman"/>
                <a:ea typeface="Times New Roman"/>
                <a:cs typeface="Times New Roman"/>
              </a:rPr>
              <a:t>[2]</a:t>
            </a:r>
            <a:r>
              <a:rPr lang="en-US" sz="2600" b="0" i="0" u="none" strike="noStrike" cap="none" spc="0">
                <a:solidFill>
                  <a:schemeClr val="tx1"/>
                </a:solidFill>
                <a:latin typeface="Times New Roman"/>
                <a:ea typeface="Times New Roman"/>
                <a:cs typeface="Times New Roman"/>
              </a:rPr>
              <a:t> N. R. Gudikandhula, B. Kondapalli, M. L. N. Acharyulu, M. Sameeri, D. Supradeep, and Y. </a:t>
            </a:r>
            <a:r>
              <a:rPr lang="en-US" sz="2600" b="0" i="0" u="none" strike="noStrike" cap="none" spc="0">
                <a:solidFill>
                  <a:schemeClr val="tx1"/>
                </a:solidFill>
                <a:latin typeface="Times New Roman"/>
                <a:ea typeface="Times New Roman"/>
                <a:cs typeface="Times New Roman"/>
              </a:rPr>
              <a:t>Yaswanth, “Enhancing university security: a machine learning and IoT driven face recognition </a:t>
            </a:r>
            <a:r>
              <a:rPr lang="en-US" sz="2600" b="0" i="0" u="none" strike="noStrike" cap="none" spc="0">
                <a:solidFill>
                  <a:schemeClr val="tx1"/>
                </a:solidFill>
                <a:latin typeface="Times New Roman"/>
                <a:ea typeface="Times New Roman"/>
                <a:cs typeface="Times New Roman"/>
              </a:rPr>
              <a:t>system for surveillance and attendance,” Research Square (Research Square), Oct. 2023, doi: </a:t>
            </a:r>
            <a:r>
              <a:rPr lang="en-US" sz="2600" b="0" i="0" u="none" strike="noStrike" cap="none" spc="0">
                <a:solidFill>
                  <a:schemeClr val="tx1"/>
                </a:solidFill>
                <a:latin typeface="Times New Roman"/>
                <a:ea typeface="Times New Roman"/>
                <a:cs typeface="Times New Roman"/>
              </a:rPr>
              <a:t>10.21203/rs.3.rs-3130718/v1.</a:t>
            </a:r>
            <a:endParaRPr lang="en-US" sz="2600" b="0" i="0" u="none" strike="noStrike" cap="none" spc="0">
              <a:solidFill>
                <a:schemeClr val="tx1"/>
              </a:solidFill>
              <a:latin typeface="Times New Roman"/>
              <a:cs typeface="Times New Roman"/>
            </a:endParaRPr>
          </a:p>
          <a:p>
            <a:pPr>
              <a:defRPr/>
            </a:pPr>
            <a:r>
              <a:rPr lang="en-US" sz="2600" b="1" i="0" u="none" strike="noStrike" cap="none" spc="0">
                <a:solidFill>
                  <a:schemeClr val="tx1"/>
                </a:solidFill>
                <a:latin typeface="Times New Roman"/>
                <a:ea typeface="Times New Roman"/>
                <a:cs typeface="Times New Roman"/>
              </a:rPr>
              <a:t>[3]</a:t>
            </a:r>
            <a:r>
              <a:rPr lang="en-US" sz="2600" b="0" i="0" u="none" strike="noStrike" cap="none" spc="0">
                <a:solidFill>
                  <a:schemeClr val="tx1"/>
                </a:solidFill>
                <a:latin typeface="Times New Roman"/>
                <a:ea typeface="Times New Roman"/>
                <a:cs typeface="Times New Roman"/>
              </a:rPr>
              <a:t> T. T. Aung, “Campus Management System with ID Card using Face Recognition with LBPH </a:t>
            </a:r>
            <a:r>
              <a:rPr lang="en-US" sz="2600" b="0" i="0" u="none" strike="noStrike" cap="none" spc="0">
                <a:solidFill>
                  <a:schemeClr val="tx1"/>
                </a:solidFill>
                <a:latin typeface="Times New Roman"/>
                <a:ea typeface="Times New Roman"/>
                <a:cs typeface="Times New Roman"/>
              </a:rPr>
              <a:t>Algorithm,” International Journal of Advanced Information Technology, vol. 13, no. 4/5, pp. </a:t>
            </a:r>
            <a:r>
              <a:rPr lang="en-US" sz="2600" b="0" i="0" u="none" strike="noStrike" cap="none" spc="0">
                <a:solidFill>
                  <a:schemeClr val="tx1"/>
                </a:solidFill>
                <a:latin typeface="Times New Roman"/>
                <a:ea typeface="Times New Roman"/>
                <a:cs typeface="Times New Roman"/>
              </a:rPr>
              <a:t>01–11, Oct. 2023, doi: 10.5121/ijait.2023.13501.</a:t>
            </a:r>
            <a:endParaRPr lang="en-US" sz="2600" b="0" i="0" u="none" strike="noStrike" cap="none" spc="0">
              <a:solidFill>
                <a:schemeClr val="tx1"/>
              </a:solidFill>
              <a:latin typeface="Times New Roman"/>
              <a:cs typeface="Times New Roman"/>
            </a:endParaRPr>
          </a:p>
          <a:p>
            <a:pPr>
              <a:defRPr/>
            </a:pPr>
            <a:r>
              <a:rPr lang="en-US" sz="2600" b="1" i="0" u="none" strike="noStrike" cap="none" spc="0">
                <a:solidFill>
                  <a:schemeClr val="tx1"/>
                </a:solidFill>
                <a:latin typeface="Times New Roman"/>
                <a:ea typeface="Times New Roman"/>
                <a:cs typeface="Times New Roman"/>
              </a:rPr>
              <a:t>[4]</a:t>
            </a:r>
            <a:r>
              <a:rPr lang="en-US" sz="2600" b="0" i="0" u="none" strike="noStrike" cap="none" spc="0">
                <a:solidFill>
                  <a:schemeClr val="tx1"/>
                </a:solidFill>
                <a:latin typeface="Times New Roman"/>
                <a:ea typeface="Times New Roman"/>
                <a:cs typeface="Times New Roman"/>
              </a:rPr>
              <a:t> P. Nagamalleswararao and S. Vamsi, Automatic ID card penalty system, International </a:t>
            </a:r>
            <a:r>
              <a:rPr lang="en-US" sz="2600" b="0" i="0" u="none" strike="noStrike" cap="none" spc="0">
                <a:solidFill>
                  <a:schemeClr val="tx1"/>
                </a:solidFill>
                <a:latin typeface="Times New Roman"/>
                <a:ea typeface="Times New Roman"/>
                <a:cs typeface="Times New Roman"/>
              </a:rPr>
              <a:t>Journal for Modern Trends in Science and Technology, vol. 11, no. 5, pp. 291–296, 2025, doi: </a:t>
            </a:r>
            <a:r>
              <a:rPr lang="en-US" sz="2600" b="0" i="0" u="none" strike="noStrike" cap="none" spc="0">
                <a:solidFill>
                  <a:schemeClr val="tx1"/>
                </a:solidFill>
                <a:latin typeface="Times New Roman"/>
                <a:ea typeface="Times New Roman"/>
                <a:cs typeface="Times New Roman"/>
              </a:rPr>
              <a:t>10.5281/zenodo.15285456.</a:t>
            </a:r>
            <a:endParaRPr lang="en-US" sz="2600" b="0" i="0" u="none" strike="noStrike" cap="none" spc="0">
              <a:solidFill>
                <a:schemeClr val="tx1"/>
              </a:solidFill>
              <a:latin typeface="Times New Roman"/>
              <a:cs typeface="Times New Roman"/>
            </a:endParaRPr>
          </a:p>
          <a:p>
            <a:pPr>
              <a:defRPr/>
            </a:pPr>
            <a:r>
              <a:rPr lang="en-US" sz="2600" b="1" i="0" u="none" strike="noStrike" cap="none" spc="0">
                <a:solidFill>
                  <a:schemeClr val="tx1"/>
                </a:solidFill>
                <a:latin typeface="Times New Roman"/>
                <a:ea typeface="Times New Roman"/>
                <a:cs typeface="Times New Roman"/>
              </a:rPr>
              <a:t>[5]</a:t>
            </a:r>
            <a:r>
              <a:rPr lang="en-US" sz="2600" b="0" i="0" u="none" strike="noStrike" cap="none" spc="0">
                <a:solidFill>
                  <a:schemeClr val="tx1"/>
                </a:solidFill>
                <a:latin typeface="Times New Roman"/>
                <a:ea typeface="Times New Roman"/>
                <a:cs typeface="Times New Roman"/>
              </a:rPr>
              <a:t> K. Ingale, M. Patil, S. Bhamare, S. Chaudhari, and S. Chanderi, “A research paper on Smart </a:t>
            </a:r>
            <a:r>
              <a:rPr lang="en-US" sz="2600" b="0" i="0" u="none" strike="noStrike" cap="none" spc="0">
                <a:solidFill>
                  <a:schemeClr val="tx1"/>
                </a:solidFill>
                <a:latin typeface="Times New Roman"/>
                <a:ea typeface="Times New Roman"/>
                <a:cs typeface="Times New Roman"/>
              </a:rPr>
              <a:t>Authentication System for Identity Verification,” International Journal for Research in </a:t>
            </a:r>
            <a:r>
              <a:rPr lang="en-US" sz="2600" b="0" i="0" u="none" strike="noStrike" cap="none" spc="0">
                <a:solidFill>
                  <a:schemeClr val="tx1"/>
                </a:solidFill>
                <a:latin typeface="Times New Roman"/>
                <a:ea typeface="Times New Roman"/>
                <a:cs typeface="Times New Roman"/>
              </a:rPr>
              <a:t>Applied Science and Engineering Technology, vol. 11, no. 4, pp. 1400–1405, Apr. 2023, doi: </a:t>
            </a:r>
            <a:r>
              <a:rPr lang="en-US" sz="2600" b="0" i="0" u="none" strike="noStrike" cap="none" spc="0">
                <a:solidFill>
                  <a:schemeClr val="tx1"/>
                </a:solidFill>
                <a:latin typeface="Times New Roman"/>
                <a:ea typeface="Times New Roman"/>
                <a:cs typeface="Times New Roman"/>
              </a:rPr>
              <a:t>10.22214/ijraset.2023.50349.</a:t>
            </a:r>
            <a:endParaRPr lang="en-US" sz="2600" b="0" i="0" u="none" strike="noStrike" cap="none" spc="0">
              <a:solidFill>
                <a:schemeClr val="tx1"/>
              </a:solidFill>
              <a:latin typeface="Times New Roman"/>
              <a:cs typeface="Times New Roman"/>
            </a:endParaRPr>
          </a:p>
          <a:p>
            <a:pPr>
              <a:defRPr/>
            </a:pPr>
            <a:r>
              <a:rPr lang="en-US" sz="2600" b="1" i="0" u="none" strike="noStrike" cap="none" spc="0">
                <a:solidFill>
                  <a:schemeClr val="tx1"/>
                </a:solidFill>
                <a:latin typeface="Times New Roman"/>
                <a:ea typeface="Times New Roman"/>
                <a:cs typeface="Times New Roman"/>
              </a:rPr>
              <a:t>[6]</a:t>
            </a:r>
            <a:r>
              <a:rPr lang="en-US" sz="2600" b="0" i="0" u="none" strike="noStrike" cap="none" spc="0">
                <a:solidFill>
                  <a:schemeClr val="tx1"/>
                </a:solidFill>
                <a:latin typeface="Times New Roman"/>
                <a:ea typeface="Times New Roman"/>
                <a:cs typeface="Times New Roman"/>
              </a:rPr>
              <a:t> W. Tu and W. Su, Information management and college student identity security </a:t>
            </a:r>
            <a:r>
              <a:rPr lang="en-US" sz="2600" b="0" i="0" u="none" strike="noStrike" cap="none" spc="0">
                <a:solidFill>
                  <a:schemeClr val="tx1"/>
                </a:solidFill>
                <a:latin typeface="Times New Roman"/>
                <a:ea typeface="Times New Roman"/>
                <a:cs typeface="Times New Roman"/>
              </a:rPr>
              <a:t>authentication based on deep learning technology, International Journal of Network Security, </a:t>
            </a:r>
            <a:r>
              <a:rPr lang="en-US" sz="2600" b="0" i="0" u="none" strike="noStrike" cap="none" spc="0">
                <a:solidFill>
                  <a:schemeClr val="tx1"/>
                </a:solidFill>
                <a:latin typeface="Times New Roman"/>
                <a:ea typeface="Times New Roman"/>
                <a:cs typeface="Times New Roman"/>
              </a:rPr>
              <a:t>vol. 27, no. 1, pp. 110–115, 2025.</a:t>
            </a:r>
            <a:endParaRPr lang="en-US" sz="2600" b="0" i="0" u="none" strike="noStrike" cap="none" spc="0">
              <a:solidFill>
                <a:schemeClr val="tx1"/>
              </a:solidFill>
              <a:latin typeface="Times New Roman"/>
              <a:cs typeface="Times New Roman"/>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2000" advClick="1">
        <p:strips dir="lu"/>
      </p:transition>
    </mc:Choice>
    <mc:Fallback>
      <p:transition spd="slow" advClick="1">
        <p:strips dir="lu"/>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022693839" name="Content Placeholder 2"/>
          <p:cNvSpPr>
            <a:spLocks noGrp="1"/>
          </p:cNvSpPr>
          <p:nvPr>
            <p:ph sz="quarter" idx="13"/>
          </p:nvPr>
        </p:nvSpPr>
        <p:spPr bwMode="auto"/>
        <p:txBody>
          <a:bodyPr>
            <a:normAutofit/>
          </a:bodyPr>
          <a:lstStyle/>
          <a:p>
            <a:pPr marL="0" indent="0" algn="ctr">
              <a:buNone/>
              <a:defRPr/>
            </a:pPr>
            <a:endParaRPr lang="en-US" sz="6000" b="1">
              <a:solidFill>
                <a:srgbClr val="7030A0"/>
              </a:solidFill>
              <a:latin typeface="Times New Roman"/>
              <a:cs typeface="Times New Roman"/>
            </a:endParaRPr>
          </a:p>
          <a:p>
            <a:pPr marL="0" indent="0" algn="ctr">
              <a:buNone/>
              <a:defRPr/>
            </a:pPr>
            <a:r>
              <a:rPr lang="en-US" sz="6000" b="1">
                <a:solidFill>
                  <a:srgbClr val="7030A0"/>
                </a:solidFill>
                <a:latin typeface="Times New Roman"/>
                <a:cs typeface="Times New Roman"/>
              </a:rPr>
              <a:t>THANK YOU</a:t>
            </a:r>
            <a:endParaRPr/>
          </a:p>
          <a:p>
            <a:pPr marL="0" indent="0" algn="r">
              <a:buNone/>
              <a:defRPr/>
            </a:pPr>
            <a:endParaRPr lang="en-US" sz="3000">
              <a:solidFill>
                <a:schemeClr val="tx1"/>
              </a:solidFill>
              <a:latin typeface="Times New Roman"/>
              <a:cs typeface="Times New Roman"/>
            </a:endParaRPr>
          </a:p>
        </p:txBody>
      </p:sp>
      <p:sp>
        <p:nvSpPr>
          <p:cNvPr id="905219678" name="Slide Number Placeholder 3"/>
          <p:cNvSpPr>
            <a:spLocks noGrp="1"/>
          </p:cNvSpPr>
          <p:nvPr>
            <p:ph type="sldNum" sz="quarter" idx="16"/>
          </p:nvPr>
        </p:nvSpPr>
        <p:spPr bwMode="auto">
          <a:xfrm>
            <a:off x="9350248" y="5959475"/>
            <a:ext cx="2844800" cy="365125"/>
          </a:xfrm>
        </p:spPr>
        <p:txBody>
          <a:bodyPr/>
          <a:lstStyle/>
          <a:p>
            <a:pPr>
              <a:defRPr/>
            </a:pPr>
            <a:fld id="{4CD333A3-7515-47B8-9EDC-EE0892D9C861}" type="slidenum">
              <a:rPr lang="en-US"/>
              <a:t>16</a:t>
            </a:fld>
            <a:endParaRPr lang="en-US"/>
          </a:p>
        </p:txBody>
      </p:sp>
      <p:sp>
        <p:nvSpPr>
          <p:cNvPr id="1918811152" name="TextBox 4"/>
          <p:cNvSpPr txBox="1"/>
          <p:nvPr/>
        </p:nvSpPr>
        <p:spPr bwMode="auto">
          <a:xfrm>
            <a:off x="8915400" y="6412468"/>
            <a:ext cx="3276600" cy="369332"/>
          </a:xfrm>
          <a:prstGeom prst="rect">
            <a:avLst/>
          </a:prstGeom>
          <a:solidFill>
            <a:srgbClr val="4F81BD"/>
          </a:solidFill>
        </p:spPr>
        <p:txBody>
          <a:bodyPr wrap="square" rtlCol="0">
            <a:spAutoFit/>
          </a:bodyPr>
          <a:lstStyle/>
          <a:p>
            <a:pPr algn="r">
              <a:defRPr/>
            </a:pPr>
            <a:r>
              <a:rPr lang="en-US" b="1">
                <a:solidFill>
                  <a:schemeClr val="bg1"/>
                </a:solidFill>
              </a:rPr>
              <a:t>B.Sc. Final-Defense</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2000" advClick="1">
        <p:fade thruBlk="1"/>
      </p:transition>
    </mc:Choice>
    <mc:Fallback>
      <p:transition spd="slow" advClick="1">
        <p:fade thruBlk="1"/>
      </p:transition>
    </mc:Fallback>
  </mc:AlternateContent>
</p:sld>
</file>

<file path=ppt/theme/_rels/theme1.xml.rels><?xml version="1.0" encoding="UTF-8" standalone="yes"?><Relationships xmlns="http://schemas.openxmlformats.org/package/2006/relationships"></Relationships>
</file>

<file path=ppt/theme/_rels/theme2.xml.rels><?xml version="1.0" encoding="UTF-8" standalone="yes"?><Relationships xmlns="http://schemas.openxmlformats.org/package/2006/relationships"></Relationships>
</file>

<file path=ppt/theme/theme1.xml><?xml version="1.0" encoding="utf-8"?>
<a:theme xmlns:a="http://schemas.openxmlformats.org/drawingml/2006/main" xmlns:r="http://schemas.openxmlformats.org/officeDocument/2006/relationships" xmlns:p="http://schemas.openxmlformats.org/presentationml/2006/main" name="New Microsoft PowerPoint Presentatio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Arial"/>
        <a:cs typeface="Arial"/>
      </a:majorFont>
      <a:minorFont>
        <a:latin typeface="Calibri"/>
        <a:ea typeface="Arial"/>
        <a:cs typeface="Arial"/>
      </a:minorFont>
    </a:fontScheme>
    <a:fmtScheme name="Office">
      <a:fillStyleLst>
        <a:solidFill>
          <a:schemeClr val="phClr"/>
        </a:solidFill>
        <a:gradFill>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gradFill>
        <a:gradFill>
          <a:gsLst>
            <a:gs pos="0">
              <a:schemeClr val="phClr">
                <a:tint val="80000"/>
                <a:satMod val="300000"/>
              </a:schemeClr>
            </a:gs>
            <a:gs pos="100000">
              <a:schemeClr val="phClr">
                <a:shade val="30000"/>
                <a:satMod val="200000"/>
              </a:schemeClr>
            </a:gs>
          </a:gsLst>
          <a:path path="circle"/>
        </a:gradFill>
      </a:bgFillStyleLst>
    </a:fmtScheme>
  </a:themeElements>
  <a:objectDefaults/>
</a:theme>
</file>

<file path=ppt/theme/theme2.xml><?xml version="1.0" encoding="utf-8"?>
<a:theme xmlns:a="http://schemas.openxmlformats.org/drawingml/2006/main" xmlns:r="http://schemas.openxmlformats.org/officeDocument/2006/relationships" xmlns:p="http://schemas.openxmlformats.org/presentation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Arial"/>
        <a:cs typeface="Arial"/>
      </a:majorFont>
      <a:minorFont>
        <a:latin typeface="Calibri"/>
        <a:ea typeface="Arial"/>
        <a:cs typeface="Arial"/>
      </a:minorFont>
    </a:fontScheme>
    <a:fmtScheme name="Office">
      <a:fillStyleLst>
        <a:solidFill>
          <a:schemeClr val="phClr"/>
        </a:solidFill>
        <a:gradFill>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gradFill>
        <a:gradFill>
          <a:gsLst>
            <a:gs pos="0">
              <a:schemeClr val="phClr">
                <a:tint val="80000"/>
                <a:satMod val="300000"/>
              </a:schemeClr>
            </a:gs>
            <a:gs pos="100000">
              <a:schemeClr val="phClr">
                <a:shade val="30000"/>
                <a:satMod val="200000"/>
              </a:schemeClr>
            </a:gs>
          </a:gsLst>
          <a:path path="circle"/>
        </a:gradFill>
      </a:bgFillStyleLst>
    </a:fmtScheme>
  </a:themeElements>
  <a:objectDefaults/>
</a:theme>
</file>

<file path=docProps/app.xml><?xml version="1.0" encoding="utf-8"?>
<Properties xmlns="http://schemas.openxmlformats.org/officeDocument/2006/extended-properties" xmlns:vt="http://schemas.openxmlformats.org/officeDocument/2006/docPropsVTypes">
  <Template>New Microsoft PowerPoint Presentation</Template>
  <TotalTime>0</TotalTime>
  <Words>0</Words>
  <Application>ONLYOFFICE/9.2.1.43</Application>
  <PresentationFormat>On-screen Show (4:3)</PresentationFormat>
  <Paragraphs>0</Paragraphs>
  <Slides>18</Slides>
  <Notes>18</Notes>
  <HiddenSlides>0</HiddenSlides>
  <MMClips>2</MMClips>
  <ScaleCrop>0</ScaleCrop>
  <HeadingPairs>
    <vt:vector size="4" baseType="variant">
      <vt:variant>
        <vt:lpstr>Theme</vt:lpstr>
      </vt:variant>
      <vt:variant>
        <vt:i4>1</vt:i4>
      </vt:variant>
      <vt:variant>
        <vt:lpstr>Slide Titles</vt:lpstr>
      </vt:variant>
      <vt:variant>
        <vt:i4>18</vt:i4>
      </vt:variant>
    </vt:vector>
  </HeadingPairs>
  <TitlesOfParts>
    <vt:vector size="19" baseType="lpstr">
      <vt:lpstr>Theme 1</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Acer</Company>
  <LinksUpToDate>0</LinksUpToDate>
  <SharedDoc>0</SharedDoc>
  <HyperlinksChanged>0</HyperlinksChanged>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Valued Acer Customer</dc:creator>
  <cp:lastModifiedBy/>
  <cp:revision>272</cp:revision>
  <dcterms:created xsi:type="dcterms:W3CDTF">2011-07-17T02:56:35Z</dcterms:created>
  <dcterms:modified xsi:type="dcterms:W3CDTF">2026-01-05T15:39:51Z</dcterms:modified>
</cp:coreProperties>
</file>